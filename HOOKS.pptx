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1"/>
    <p:sldId id="265" r:id="rId12"/>
    <p:sldId id="266" r:id="rId13"/>
    <p:sldId id="267" r:id="rId14"/>
    <p:sldId id="268" r:id="rId15"/>
    <p:sldId id="270" r:id="rId16"/>
    <p:sldId id="271" r:id="rId17"/>
    <p:sldId id="272" r:id="rId18"/>
    <p:sldId id="273" r:id="rId19"/>
    <p:sldId id="277" r:id="rId20"/>
    <p:sldId id="278" r:id="rId21"/>
    <p:sldId id="280" r:id="rId22"/>
    <p:sldId id="279"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61" d="100"/>
          <a:sy n="61" d="100"/>
        </p:scale>
        <p:origin x="72" y="5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11/19/2025</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11/19/2025</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itchFamily="2" charset="-122"/>
        </a:defRPr>
      </a:lvl2pPr>
      <a:lvl3pPr algn="l" rtl="0" fontAlgn="base">
        <a:spcBef>
          <a:spcPct val="0"/>
        </a:spcBef>
        <a:spcAft>
          <a:spcPct val="0"/>
        </a:spcAft>
        <a:defRPr sz="3600">
          <a:solidFill>
            <a:schemeClr val="tx1"/>
          </a:solidFill>
          <a:latin typeface="Arial" panose="020B0604020202020204" pitchFamily="34" charset="0"/>
          <a:ea typeface="SimSun" pitchFamily="2" charset="-122"/>
        </a:defRPr>
      </a:lvl3pPr>
      <a:lvl4pPr algn="l" rtl="0" fontAlgn="base">
        <a:spcBef>
          <a:spcPct val="0"/>
        </a:spcBef>
        <a:spcAft>
          <a:spcPct val="0"/>
        </a:spcAft>
        <a:defRPr sz="3600">
          <a:solidFill>
            <a:schemeClr val="tx1"/>
          </a:solidFill>
          <a:latin typeface="Arial" panose="020B0604020202020204" pitchFamily="34" charset="0"/>
          <a:ea typeface="SimSun" pitchFamily="2" charset="-122"/>
        </a:defRPr>
      </a:lvl4pPr>
      <a:lvl5pPr algn="l" rtl="0" fontAlgn="base">
        <a:spcBef>
          <a:spcPct val="0"/>
        </a:spcBef>
        <a:spcAft>
          <a:spcPct val="0"/>
        </a:spcAft>
        <a:defRPr sz="3600">
          <a:solidFill>
            <a:schemeClr val="tx1"/>
          </a:solidFill>
          <a:latin typeface="Arial" panose="020B06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8800" b="1">
                <a:solidFill>
                  <a:srgbClr val="FF0000"/>
                </a:solidFill>
                <a:latin typeface="Arial Bold" panose="020B0604020202020204" charset="0"/>
                <a:cs typeface="Arial Bold" panose="020B0604020202020204" charset="0"/>
              </a:rPr>
              <a:t>HOOKS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Introduction</a:t>
            </a:r>
          </a:p>
        </p:txBody>
      </p:sp>
      <p:sp>
        <p:nvSpPr>
          <p:cNvPr id="3" name="Content Placeholder 2"/>
          <p:cNvSpPr>
            <a:spLocks noGrp="1"/>
          </p:cNvSpPr>
          <p:nvPr>
            <p:ph idx="1"/>
          </p:nvPr>
        </p:nvSpPr>
        <p:spPr/>
        <p:txBody>
          <a:bodyPr/>
          <a:lstStyle/>
          <a:p>
            <a:r>
              <a:rPr lang="en-US"/>
              <a:t>Hooks are a feature in React that allow you to use state and other React features without writing a class.</a:t>
            </a:r>
          </a:p>
          <a:p>
            <a:r>
              <a:rPr lang="en-US"/>
              <a:t>It does not work inside class.</a:t>
            </a:r>
          </a:p>
          <a:p>
            <a:r>
              <a:rPr lang="en-US"/>
              <a:t>Hooks should always be used at the top level of the react function.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Basic Hooks</a:t>
            </a:r>
          </a:p>
        </p:txBody>
      </p:sp>
      <p:sp>
        <p:nvSpPr>
          <p:cNvPr id="3" name="Content Placeholder 2"/>
          <p:cNvSpPr>
            <a:spLocks noGrp="1"/>
          </p:cNvSpPr>
          <p:nvPr>
            <p:ph idx="1"/>
          </p:nvPr>
        </p:nvSpPr>
        <p:spPr/>
        <p:txBody>
          <a:bodyPr/>
          <a:lstStyle/>
          <a:p>
            <a:r>
              <a:rPr lang="en-US" dirty="0" err="1"/>
              <a:t>useState</a:t>
            </a:r>
            <a:endParaRPr lang="en-US" dirty="0"/>
          </a:p>
          <a:p>
            <a:r>
              <a:rPr lang="en-US" dirty="0" err="1"/>
              <a:t>useEffect</a:t>
            </a:r>
            <a:endParaRPr lang="en-US" dirty="0"/>
          </a:p>
          <a:p>
            <a:r>
              <a:rPr lang="en-US" dirty="0" err="1"/>
              <a:t>useContext</a:t>
            </a:r>
            <a:endParaRPr lang="en-US" dirty="0"/>
          </a:p>
          <a:p>
            <a:r>
              <a:rPr lang="en-US" dirty="0" err="1"/>
              <a:t>useReducer</a:t>
            </a:r>
            <a:endParaRPr lang="en-US" dirty="0"/>
          </a:p>
          <a:p>
            <a:r>
              <a:rPr lang="en-US" dirty="0" err="1"/>
              <a:t>useMemo</a:t>
            </a:r>
            <a:endParaRPr lang="en-US" dirty="0"/>
          </a:p>
          <a:p>
            <a:r>
              <a:rPr lang="en-US" dirty="0" err="1"/>
              <a:t>useCallback</a:t>
            </a:r>
            <a:endParaRPr lang="en-US" dirty="0"/>
          </a:p>
          <a:p>
            <a:r>
              <a:rPr lang="en-US" dirty="0" err="1"/>
              <a:t>useRef</a:t>
            </a:r>
            <a:endParaRPr lang="en-US" dirty="0"/>
          </a:p>
          <a:p>
            <a:r>
              <a:rPr lang="en-US" dirty="0" err="1"/>
              <a:t>useImperativeHandle</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useLayoutEffect</a:t>
            </a:r>
            <a:endParaRPr lang="en-US" dirty="0"/>
          </a:p>
          <a:p>
            <a:r>
              <a:rPr lang="en-US" dirty="0" err="1"/>
              <a:t>useDebugValue</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useState</a:t>
            </a:r>
          </a:p>
        </p:txBody>
      </p:sp>
      <p:sp>
        <p:nvSpPr>
          <p:cNvPr id="3" name="Content Placeholder 2"/>
          <p:cNvSpPr>
            <a:spLocks noGrp="1"/>
          </p:cNvSpPr>
          <p:nvPr>
            <p:ph idx="1"/>
          </p:nvPr>
        </p:nvSpPr>
        <p:spPr/>
        <p:txBody>
          <a:bodyPr/>
          <a:lstStyle/>
          <a:p>
            <a:r>
              <a:rPr lang="en-US"/>
              <a:t>useState is a Hook that lets you add state to functional components. Before Hooks, state could only be used in class components, but useState allows you to use state in functional components, making them more powerful and flexible</a:t>
            </a:r>
          </a:p>
          <a:p>
            <a:r>
              <a:rPr lang="en-US"/>
              <a:t>import React, { useState } from 'react';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20040"/>
            <a:ext cx="10972800" cy="5807710"/>
          </a:xfrm>
        </p:spPr>
        <p:txBody>
          <a:bodyPr/>
          <a:lstStyle/>
          <a:p>
            <a:pPr marL="0" indent="0">
              <a:buNone/>
            </a:pPr>
            <a:endParaRPr lang="en-US" sz="1200"/>
          </a:p>
          <a:p>
            <a:pPr marL="0" indent="0">
              <a:buNone/>
            </a:pPr>
            <a:r>
              <a:rPr lang="en-US" sz="1200"/>
              <a:t>import React,{useState} from 'react';</a:t>
            </a:r>
          </a:p>
          <a:p>
            <a:pPr marL="0" indent="0">
              <a:buNone/>
            </a:pPr>
            <a:r>
              <a:rPr lang="en-US" sz="1200"/>
              <a:t>const Hook=()=&gt;{</a:t>
            </a:r>
          </a:p>
          <a:p>
            <a:pPr marL="0" indent="0">
              <a:buNone/>
            </a:pPr>
            <a:r>
              <a:rPr lang="en-US" sz="1200"/>
              <a:t>    </a:t>
            </a:r>
          </a:p>
          <a:p>
            <a:pPr marL="0" indent="0">
              <a:buNone/>
            </a:pPr>
            <a:r>
              <a:rPr lang="en-US" sz="1200"/>
              <a:t>    const[count,setCount]=useState(0);</a:t>
            </a:r>
          </a:p>
          <a:p>
            <a:pPr marL="0" indent="0">
              <a:buNone/>
            </a:pPr>
            <a:r>
              <a:rPr lang="en-US" sz="1200"/>
              <a:t>   </a:t>
            </a:r>
          </a:p>
          <a:p>
            <a:pPr marL="0" indent="0">
              <a:buNone/>
            </a:pPr>
            <a:r>
              <a:rPr lang="en-US" sz="1200"/>
              <a:t>const Increment=()=&gt;</a:t>
            </a:r>
          </a:p>
          <a:p>
            <a:pPr marL="0" indent="0">
              <a:buNone/>
            </a:pPr>
            <a:r>
              <a:rPr lang="en-US" sz="1200"/>
              <a:t>{</a:t>
            </a:r>
          </a:p>
          <a:p>
            <a:pPr marL="0" indent="0">
              <a:buNone/>
            </a:pPr>
            <a:r>
              <a:rPr lang="en-US" sz="1200"/>
              <a:t>    setCount(count+1)</a:t>
            </a:r>
          </a:p>
          <a:p>
            <a:pPr marL="0" indent="0">
              <a:buNone/>
            </a:pPr>
            <a:r>
              <a:rPr lang="en-US" sz="1200"/>
              <a:t>}</a:t>
            </a:r>
          </a:p>
          <a:p>
            <a:pPr marL="0" indent="0">
              <a:buNone/>
            </a:pPr>
            <a:r>
              <a:rPr lang="en-US" sz="1200"/>
              <a:t>const Decrement=()=&gt;</a:t>
            </a:r>
          </a:p>
          <a:p>
            <a:pPr marL="0" indent="0">
              <a:buNone/>
            </a:pPr>
            <a:r>
              <a:rPr lang="en-US" sz="1200"/>
              <a:t>{</a:t>
            </a:r>
          </a:p>
          <a:p>
            <a:pPr marL="0" indent="0">
              <a:buNone/>
            </a:pPr>
            <a:r>
              <a:rPr lang="en-US" sz="1200"/>
              <a:t>    setCount(count-1)</a:t>
            </a:r>
          </a:p>
          <a:p>
            <a:pPr marL="0" indent="0">
              <a:buNone/>
            </a:pPr>
            <a:r>
              <a:rPr lang="en-US" sz="1200"/>
              <a:t>}</a:t>
            </a:r>
          </a:p>
          <a:p>
            <a:pPr marL="0" indent="0">
              <a:buNone/>
            </a:pPr>
            <a:r>
              <a:rPr lang="en-US" sz="1200"/>
              <a:t>    return(</a:t>
            </a:r>
          </a:p>
          <a:p>
            <a:pPr marL="0" indent="0">
              <a:buNone/>
            </a:pPr>
            <a:r>
              <a:rPr lang="en-US" sz="1200"/>
              <a:t>        &lt;&gt;</a:t>
            </a:r>
          </a:p>
          <a:p>
            <a:pPr marL="0" indent="0">
              <a:buNone/>
            </a:pPr>
            <a:r>
              <a:rPr lang="en-US" sz="1200"/>
              <a:t>&lt;div &gt;</a:t>
            </a:r>
          </a:p>
          <a:p>
            <a:pPr marL="0" indent="0">
              <a:buNone/>
            </a:pPr>
            <a:r>
              <a:rPr lang="en-US" sz="1200"/>
              <a:t>&lt;p&gt;{count}&lt;/p&gt;</a:t>
            </a:r>
          </a:p>
          <a:p>
            <a:pPr marL="0" indent="0">
              <a:buNone/>
            </a:pPr>
            <a:r>
              <a:rPr lang="en-US" sz="1200"/>
              <a:t>&lt;button onClick={Increment}&gt;Increment&lt;/button&gt;</a:t>
            </a:r>
          </a:p>
          <a:p>
            <a:pPr marL="0" indent="0">
              <a:buNone/>
            </a:pPr>
            <a:r>
              <a:rPr lang="en-US" sz="1200"/>
              <a:t>&lt;button onClick={Decrement}&gt;Decrement&lt;/button&gt;</a:t>
            </a:r>
          </a:p>
          <a:p>
            <a:pPr marL="0" indent="0">
              <a:buNone/>
            </a:pPr>
            <a:r>
              <a:rPr lang="en-US" sz="1200"/>
              <a:t>&lt;/div&gt;</a:t>
            </a:r>
          </a:p>
          <a:p>
            <a:pPr marL="0" indent="0">
              <a:buNone/>
            </a:pPr>
            <a:r>
              <a:rPr lang="en-US" sz="1200"/>
              <a:t>        &lt;/&gt;</a:t>
            </a:r>
          </a:p>
          <a:p>
            <a:pPr marL="0" indent="0">
              <a:buNone/>
            </a:pPr>
            <a:r>
              <a:rPr lang="en-US" sz="1200"/>
              <a:t>    );</a:t>
            </a:r>
          </a:p>
          <a:p>
            <a:pPr marL="0" indent="0">
              <a:buNone/>
            </a:pPr>
            <a:r>
              <a:rPr lang="en-US" sz="1200"/>
              <a:t>}</a:t>
            </a:r>
          </a:p>
          <a:p>
            <a:pPr marL="0" indent="0">
              <a:buNone/>
            </a:pPr>
            <a:r>
              <a:rPr lang="en-US" sz="1200"/>
              <a:t>export default Hook;</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Example 2  Registration form</a:t>
            </a:r>
          </a:p>
        </p:txBody>
      </p:sp>
      <p:sp>
        <p:nvSpPr>
          <p:cNvPr id="3" name="Content Placeholder 2"/>
          <p:cNvSpPr>
            <a:spLocks noGrp="1"/>
          </p:cNvSpPr>
          <p:nvPr>
            <p:ph idx="1"/>
          </p:nvPr>
        </p:nvSpPr>
        <p:spPr/>
        <p:txBody>
          <a:bodyPr/>
          <a:lstStyle/>
          <a:p>
            <a:pPr marL="0" indent="0">
              <a:buNone/>
            </a:pPr>
            <a:r>
              <a:rPr lang="en-US" sz="1500" dirty="0"/>
              <a:t>import React,{</a:t>
            </a:r>
            <a:r>
              <a:rPr lang="en-US" sz="1500" dirty="0" err="1"/>
              <a:t>useState</a:t>
            </a:r>
            <a:r>
              <a:rPr lang="en-US" sz="1500" dirty="0"/>
              <a:t>} from 'react';</a:t>
            </a:r>
          </a:p>
          <a:p>
            <a:pPr marL="0" indent="0">
              <a:buNone/>
            </a:pPr>
            <a:r>
              <a:rPr lang="en-US" sz="1500" dirty="0"/>
              <a:t>function Registration(){</a:t>
            </a:r>
          </a:p>
          <a:p>
            <a:pPr marL="0" indent="0">
              <a:buNone/>
            </a:pPr>
            <a:r>
              <a:rPr lang="en-US" sz="1500" dirty="0"/>
              <a:t>    </a:t>
            </a:r>
            <a:r>
              <a:rPr lang="en-US" sz="1500" dirty="0" err="1"/>
              <a:t>const</a:t>
            </a:r>
            <a:r>
              <a:rPr lang="en-US" sz="1500" dirty="0"/>
              <a:t> [</a:t>
            </a:r>
            <a:r>
              <a:rPr lang="en-US" sz="1500" dirty="0" smtClean="0"/>
              <a:t>name, </a:t>
            </a:r>
            <a:r>
              <a:rPr lang="en-US" sz="1500" dirty="0" err="1" smtClean="0"/>
              <a:t>setName</a:t>
            </a:r>
            <a:r>
              <a:rPr lang="en-US" sz="1500" dirty="0" smtClean="0"/>
              <a:t>] = </a:t>
            </a:r>
            <a:r>
              <a:rPr lang="en-US" sz="1500" dirty="0" err="1" smtClean="0"/>
              <a:t>useState</a:t>
            </a:r>
            <a:r>
              <a:rPr lang="en-US" sz="1500" dirty="0" smtClean="0"/>
              <a:t>('');</a:t>
            </a:r>
          </a:p>
          <a:p>
            <a:pPr marL="0" indent="0">
              <a:buNone/>
            </a:pPr>
            <a:r>
              <a:rPr lang="en-US" sz="1500" dirty="0" smtClean="0"/>
              <a:t>  </a:t>
            </a:r>
            <a:r>
              <a:rPr lang="en-US" sz="1500" dirty="0" err="1" smtClean="0"/>
              <a:t>const</a:t>
            </a:r>
            <a:r>
              <a:rPr lang="en-US" sz="1500" dirty="0" smtClean="0"/>
              <a:t> [age, </a:t>
            </a:r>
            <a:r>
              <a:rPr lang="en-US" sz="1500" dirty="0" err="1" smtClean="0"/>
              <a:t>setAge</a:t>
            </a:r>
            <a:r>
              <a:rPr lang="en-US" sz="1500" dirty="0" smtClean="0"/>
              <a:t>] = </a:t>
            </a:r>
            <a:r>
              <a:rPr lang="en-US" sz="1500" dirty="0" err="1" smtClean="0"/>
              <a:t>useState</a:t>
            </a:r>
            <a:r>
              <a:rPr lang="en-US" sz="1500" dirty="0" smtClean="0"/>
              <a:t>('');</a:t>
            </a:r>
          </a:p>
          <a:p>
            <a:pPr marL="0" indent="0">
              <a:buNone/>
            </a:pPr>
            <a:endParaRPr lang="en-US" sz="1500" dirty="0"/>
          </a:p>
          <a:p>
            <a:pPr marL="0" indent="0">
              <a:buNone/>
            </a:pPr>
            <a:r>
              <a:rPr lang="en-US" sz="1500" dirty="0"/>
              <a:t>  </a:t>
            </a:r>
            <a:r>
              <a:rPr lang="en-US" sz="1500" dirty="0" err="1"/>
              <a:t>const</a:t>
            </a:r>
            <a:r>
              <a:rPr lang="en-US" sz="1500" dirty="0"/>
              <a:t> </a:t>
            </a:r>
            <a:r>
              <a:rPr lang="en-US" sz="1500" dirty="0" err="1"/>
              <a:t>handleSubmit</a:t>
            </a:r>
            <a:r>
              <a:rPr lang="en-US" sz="1500" dirty="0"/>
              <a:t> = () =&gt; {</a:t>
            </a:r>
          </a:p>
          <a:p>
            <a:pPr marL="0" indent="0">
              <a:buNone/>
            </a:pPr>
            <a:r>
              <a:rPr lang="en-US" sz="1500" dirty="0"/>
              <a:t>    </a:t>
            </a:r>
          </a:p>
          <a:p>
            <a:pPr marL="0" indent="0">
              <a:buNone/>
            </a:pPr>
            <a:r>
              <a:rPr lang="en-US" sz="1500" dirty="0"/>
              <a:t>    alert(`Name: ${name}, Age: ${age}`);</a:t>
            </a:r>
          </a:p>
          <a:p>
            <a:pPr marL="0" indent="0">
              <a:buNone/>
            </a:pPr>
            <a:r>
              <a:rPr lang="en-US" sz="1500" dirty="0"/>
              <a:t>  };</a:t>
            </a:r>
          </a:p>
          <a:p>
            <a:pPr marL="0" indent="0">
              <a:buNone/>
            </a:pPr>
            <a:r>
              <a:rPr lang="en-US" sz="1500" dirty="0"/>
              <a:t>    return(</a:t>
            </a:r>
          </a:p>
          <a:p>
            <a:pPr marL="0" indent="0">
              <a:buNone/>
            </a:pPr>
            <a:r>
              <a:rPr lang="en-US" sz="1500" dirty="0"/>
              <a:t>&lt;&gt;</a:t>
            </a:r>
          </a:p>
          <a:p>
            <a:pPr marL="0" indent="0">
              <a:buNone/>
            </a:pPr>
            <a:r>
              <a:rPr lang="en-US" sz="1500" dirty="0"/>
              <a:t>&lt;form </a:t>
            </a:r>
            <a:r>
              <a:rPr lang="en-US" sz="1500" dirty="0" err="1"/>
              <a:t>onSubmit</a:t>
            </a:r>
            <a:r>
              <a:rPr lang="en-US" sz="1500" dirty="0"/>
              <a:t>={</a:t>
            </a:r>
            <a:r>
              <a:rPr lang="en-US" sz="1500" dirty="0" err="1"/>
              <a:t>handleSubmit</a:t>
            </a:r>
            <a:r>
              <a:rPr lang="en-US" sz="1500" dirty="0"/>
              <a:t>}&gt;</a:t>
            </a:r>
          </a:p>
          <a:p>
            <a:pPr marL="0" indent="0">
              <a:buNone/>
            </a:pPr>
            <a:r>
              <a:rPr lang="en-US" sz="1500" dirty="0"/>
              <a:t>      &lt;label&gt;</a:t>
            </a:r>
          </a:p>
          <a:p>
            <a:pPr marL="0" indent="0">
              <a:buNone/>
            </a:pPr>
            <a:r>
              <a:rPr lang="en-US" sz="1500" dirty="0"/>
              <a:t>        Name:</a:t>
            </a:r>
          </a:p>
          <a:p>
            <a:pPr marL="0" indent="0">
              <a:buNone/>
            </a:pPr>
            <a:r>
              <a:rPr lang="en-US" sz="1500" dirty="0"/>
              <a:t>        &lt;input </a:t>
            </a:r>
          </a:p>
          <a:p>
            <a:pPr marL="0" indent="0">
              <a:buNone/>
            </a:pPr>
            <a:r>
              <a:rPr lang="en-US" sz="1500" dirty="0"/>
              <a:t>          type="text" </a:t>
            </a:r>
          </a:p>
          <a:p>
            <a:pPr marL="0" indent="0">
              <a:buNone/>
            </a:pPr>
            <a:r>
              <a:rPr lang="en-US" sz="1500" dirty="0"/>
              <a:t>          value={name} </a:t>
            </a:r>
          </a:p>
          <a:p>
            <a:pPr marL="0" indent="0">
              <a:buNone/>
            </a:pPr>
            <a:r>
              <a:rPr lang="en-US" sz="1500" dirty="0"/>
              <a:t>          </a:t>
            </a:r>
            <a:r>
              <a:rPr lang="en-US" sz="1500" dirty="0" err="1"/>
              <a:t>onChange</a:t>
            </a:r>
            <a:r>
              <a:rPr lang="en-US" sz="1500" dirty="0"/>
              <a:t>={(e) =&gt; </a:t>
            </a:r>
            <a:r>
              <a:rPr lang="en-US" sz="1500" dirty="0" err="1"/>
              <a:t>setName</a:t>
            </a:r>
            <a:r>
              <a:rPr lang="en-US" sz="1500" dirty="0"/>
              <a:t>(</a:t>
            </a:r>
            <a:r>
              <a:rPr lang="en-US" sz="1500" dirty="0" err="1"/>
              <a:t>e.target.value</a:t>
            </a:r>
            <a:r>
              <a:rPr lang="en-US" sz="1500" dirty="0"/>
              <a:t>)} </a:t>
            </a:r>
          </a:p>
          <a:p>
            <a:pPr marL="0" indent="0">
              <a:buNone/>
            </a:pPr>
            <a:r>
              <a:rPr lang="en-US" sz="1500" dirty="0"/>
              <a:t>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1500" dirty="0">
                <a:sym typeface="+mn-ea"/>
              </a:rPr>
              <a:t>  /&gt;</a:t>
            </a:r>
            <a:endParaRPr lang="en-US" sz="1500" dirty="0"/>
          </a:p>
          <a:p>
            <a:pPr marL="0" indent="0">
              <a:buNone/>
            </a:pPr>
            <a:r>
              <a:rPr lang="en-US" sz="1500" dirty="0">
                <a:sym typeface="+mn-ea"/>
              </a:rPr>
              <a:t>      &lt;/label&gt;</a:t>
            </a:r>
            <a:endParaRPr lang="en-US" sz="1500" dirty="0"/>
          </a:p>
          <a:p>
            <a:pPr marL="0" indent="0">
              <a:buNone/>
            </a:pPr>
            <a:r>
              <a:rPr lang="en-US" sz="1500" dirty="0">
                <a:sym typeface="+mn-ea"/>
              </a:rPr>
              <a:t>      &lt;</a:t>
            </a:r>
            <a:r>
              <a:rPr lang="en-US" sz="1500" dirty="0" err="1">
                <a:sym typeface="+mn-ea"/>
              </a:rPr>
              <a:t>br</a:t>
            </a:r>
            <a:r>
              <a:rPr lang="en-US" sz="1500" dirty="0">
                <a:sym typeface="+mn-ea"/>
              </a:rPr>
              <a:t> /&gt;</a:t>
            </a:r>
            <a:endParaRPr lang="en-US" sz="1500" dirty="0"/>
          </a:p>
          <a:p>
            <a:pPr marL="0" indent="0">
              <a:buNone/>
            </a:pPr>
            <a:r>
              <a:rPr lang="en-US" sz="1500" dirty="0">
                <a:sym typeface="+mn-ea"/>
              </a:rPr>
              <a:t>      &lt;label&gt;</a:t>
            </a:r>
            <a:endParaRPr lang="en-US" sz="1500" dirty="0"/>
          </a:p>
          <a:p>
            <a:pPr marL="0" indent="0">
              <a:buNone/>
            </a:pPr>
            <a:r>
              <a:rPr lang="en-US" sz="1500" dirty="0">
                <a:sym typeface="+mn-ea"/>
              </a:rPr>
              <a:t>        Age:</a:t>
            </a:r>
            <a:endParaRPr lang="en-US" sz="1500" dirty="0"/>
          </a:p>
          <a:p>
            <a:pPr marL="0" indent="0">
              <a:buNone/>
            </a:pPr>
            <a:r>
              <a:rPr lang="en-US" sz="1500" dirty="0">
                <a:sym typeface="+mn-ea"/>
              </a:rPr>
              <a:t>        &lt;input </a:t>
            </a:r>
            <a:endParaRPr lang="en-US" sz="1500" dirty="0"/>
          </a:p>
          <a:p>
            <a:pPr marL="0" indent="0">
              <a:buNone/>
            </a:pPr>
            <a:r>
              <a:rPr lang="en-US" sz="1500" dirty="0">
                <a:sym typeface="+mn-ea"/>
              </a:rPr>
              <a:t>          type="number" </a:t>
            </a:r>
            <a:endParaRPr lang="en-US" sz="1500" dirty="0"/>
          </a:p>
          <a:p>
            <a:pPr marL="0" indent="0">
              <a:buNone/>
            </a:pPr>
            <a:r>
              <a:rPr lang="en-US" sz="1500" dirty="0">
                <a:sym typeface="+mn-ea"/>
              </a:rPr>
              <a:t>          value={age} </a:t>
            </a:r>
            <a:endParaRPr lang="en-US" sz="1500" dirty="0"/>
          </a:p>
          <a:p>
            <a:pPr marL="0" indent="0">
              <a:buNone/>
            </a:pPr>
            <a:r>
              <a:rPr lang="en-US" sz="1500" dirty="0">
                <a:sym typeface="+mn-ea"/>
              </a:rPr>
              <a:t>          </a:t>
            </a:r>
            <a:r>
              <a:rPr lang="en-US" sz="1500" dirty="0" err="1">
                <a:sym typeface="+mn-ea"/>
              </a:rPr>
              <a:t>onChange</a:t>
            </a:r>
            <a:r>
              <a:rPr lang="en-US" sz="1500" dirty="0">
                <a:sym typeface="+mn-ea"/>
              </a:rPr>
              <a:t>={(e) =&gt; </a:t>
            </a:r>
            <a:r>
              <a:rPr lang="en-US" sz="1500" dirty="0" err="1">
                <a:sym typeface="+mn-ea"/>
              </a:rPr>
              <a:t>setAge</a:t>
            </a:r>
            <a:r>
              <a:rPr lang="en-US" sz="1500" dirty="0">
                <a:sym typeface="+mn-ea"/>
              </a:rPr>
              <a:t>(</a:t>
            </a:r>
            <a:r>
              <a:rPr lang="en-US" sz="1500" dirty="0" err="1">
                <a:sym typeface="+mn-ea"/>
              </a:rPr>
              <a:t>e.target.value</a:t>
            </a:r>
            <a:r>
              <a:rPr lang="en-US" sz="1500" dirty="0">
                <a:sym typeface="+mn-ea"/>
              </a:rPr>
              <a:t>)} </a:t>
            </a:r>
            <a:endParaRPr lang="en-US" sz="1500" dirty="0"/>
          </a:p>
          <a:p>
            <a:pPr marL="0" indent="0">
              <a:buNone/>
            </a:pPr>
            <a:r>
              <a:rPr lang="en-US" sz="1500" dirty="0">
                <a:sym typeface="+mn-ea"/>
              </a:rPr>
              <a:t>        /&gt;</a:t>
            </a:r>
            <a:endParaRPr lang="en-US" sz="1500" dirty="0"/>
          </a:p>
          <a:p>
            <a:pPr marL="0" indent="0">
              <a:buNone/>
            </a:pPr>
            <a:r>
              <a:rPr lang="en-US" sz="1500" dirty="0">
                <a:sym typeface="+mn-ea"/>
              </a:rPr>
              <a:t>      &lt;/label&gt;</a:t>
            </a:r>
            <a:endParaRPr lang="en-US" sz="1500" dirty="0"/>
          </a:p>
          <a:p>
            <a:pPr marL="0" indent="0">
              <a:buNone/>
            </a:pPr>
            <a:r>
              <a:rPr lang="en-US" sz="1500" dirty="0">
                <a:sym typeface="+mn-ea"/>
              </a:rPr>
              <a:t>      &lt;</a:t>
            </a:r>
            <a:r>
              <a:rPr lang="en-US" sz="1500" dirty="0" err="1">
                <a:sym typeface="+mn-ea"/>
              </a:rPr>
              <a:t>br</a:t>
            </a:r>
            <a:r>
              <a:rPr lang="en-US" sz="1500" dirty="0">
                <a:sym typeface="+mn-ea"/>
              </a:rPr>
              <a:t> /&gt;</a:t>
            </a:r>
            <a:endParaRPr lang="en-US" sz="1500" dirty="0"/>
          </a:p>
          <a:p>
            <a:pPr marL="0" indent="0">
              <a:buNone/>
            </a:pPr>
            <a:r>
              <a:rPr lang="en-US" sz="1500" dirty="0">
                <a:sym typeface="+mn-ea"/>
              </a:rPr>
              <a:t>      &lt;button type="submit"&gt;Submit&lt;/button&gt;</a:t>
            </a:r>
            <a:endParaRPr lang="en-US" sz="1500" dirty="0"/>
          </a:p>
          <a:p>
            <a:pPr marL="0" indent="0">
              <a:buNone/>
            </a:pPr>
            <a:r>
              <a:rPr lang="en-US" sz="1500" dirty="0">
                <a:sym typeface="+mn-ea"/>
              </a:rPr>
              <a:t>    &lt;/form&gt;</a:t>
            </a:r>
            <a:endParaRPr lang="en-US" sz="1500" dirty="0"/>
          </a:p>
          <a:p>
            <a:pPr marL="0" indent="0">
              <a:buNone/>
            </a:pPr>
            <a:endParaRPr lang="en-US" sz="1500" dirty="0"/>
          </a:p>
          <a:p>
            <a:pPr marL="0" indent="0">
              <a:buNone/>
            </a:pPr>
            <a:endParaRPr lang="en-US" sz="1500" dirty="0"/>
          </a:p>
          <a:p>
            <a:pPr marL="0" indent="0">
              <a:buNone/>
            </a:pPr>
            <a:r>
              <a:rPr lang="en-US" sz="1500" dirty="0">
                <a:sym typeface="+mn-ea"/>
              </a:rPr>
              <a:t>&lt;/&gt;</a:t>
            </a:r>
            <a:endParaRPr lang="en-US" sz="1500" dirty="0"/>
          </a:p>
          <a:p>
            <a:pPr marL="0" indent="0">
              <a:buNone/>
            </a:pPr>
            <a:r>
              <a:rPr lang="en-US" sz="1500" dirty="0">
                <a:sym typeface="+mn-ea"/>
              </a:rPr>
              <a:t>    );</a:t>
            </a:r>
            <a:endParaRPr lang="en-US" sz="1500" dirty="0"/>
          </a:p>
          <a:p>
            <a:pPr marL="0" indent="0">
              <a:buNone/>
            </a:pPr>
            <a:r>
              <a:rPr lang="en-US" sz="1500" dirty="0">
                <a:sym typeface="+mn-ea"/>
              </a:rPr>
              <a:t>}</a:t>
            </a:r>
            <a:endParaRPr lang="en-US" sz="1500" dirty="0"/>
          </a:p>
          <a:p>
            <a:pPr marL="0" indent="0">
              <a:buNone/>
            </a:pPr>
            <a:r>
              <a:rPr lang="en-US" sz="1500" dirty="0">
                <a:sym typeface="+mn-ea"/>
              </a:rPr>
              <a:t>export default Registration;</a:t>
            </a:r>
            <a:endParaRPr lang="en-US" sz="1500" dirty="0"/>
          </a:p>
          <a:p>
            <a:pPr marL="0" indent="0">
              <a:buNone/>
            </a:pPr>
            <a:endParaRPr lang="en-US" sz="15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The useEffect in ReactJS is used to handle the side effects such as fetching data and updating DOM. </a:t>
            </a:r>
          </a:p>
          <a:p>
            <a:r>
              <a:rPr lang="en-US"/>
              <a:t>By default, this function runs after every render of the component.</a:t>
            </a:r>
          </a:p>
          <a:p>
            <a:r>
              <a:rPr lang="en-US"/>
              <a:t>useEffect hook is used to handle side effects in functional components, such as fetching data, updating the DOM, and setting up subscriptions or timers.</a:t>
            </a:r>
          </a:p>
          <a:p>
            <a:r>
              <a:rPr lang="en-US"/>
              <a:t>The effect will only run again if any of the values in the dependency array change.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syntax</a:t>
            </a:r>
          </a:p>
        </p:txBody>
      </p:sp>
      <p:sp>
        <p:nvSpPr>
          <p:cNvPr id="3" name="Content Placeholder 2"/>
          <p:cNvSpPr>
            <a:spLocks noGrp="1"/>
          </p:cNvSpPr>
          <p:nvPr>
            <p:ph idx="1"/>
          </p:nvPr>
        </p:nvSpPr>
        <p:spPr/>
        <p:txBody>
          <a:bodyPr/>
          <a:lstStyle/>
          <a:p>
            <a:pPr marL="0" indent="0">
              <a:buNone/>
            </a:pPr>
            <a:r>
              <a:rPr lang="en-US"/>
              <a:t>useEffect(()=&gt;{</a:t>
            </a:r>
          </a:p>
          <a:p>
            <a:pPr marL="0" indent="0">
              <a:buNone/>
            </a:pPr>
            <a:endParaRPr lang="en-US"/>
          </a:p>
          <a:p>
            <a:pPr marL="0" indent="0">
              <a:buNone/>
            </a:pPr>
            <a:r>
              <a:rPr lang="en-US"/>
              <a:t>return()=&gt;{</a:t>
            </a:r>
          </a:p>
          <a:p>
            <a:pPr marL="0" indent="0">
              <a:buNone/>
            </a:pPr>
            <a:endParaRPr lang="en-US"/>
          </a:p>
          <a:p>
            <a:pPr marL="0" indent="0">
              <a:buNone/>
            </a:pPr>
            <a:r>
              <a:rPr lang="en-US"/>
              <a:t>};</a:t>
            </a:r>
          </a:p>
          <a:p>
            <a:pPr marL="0" indent="0">
              <a:buNone/>
            </a:pPr>
            <a:endParaRPr lang="en-US"/>
          </a:p>
          <a:p>
            <a:pPr marL="0" indent="0">
              <a:buNone/>
            </a:pPr>
            <a:r>
              <a:rPr lang="en-US"/>
              <a:t>},[dependencies]);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without useEffect</a:t>
            </a:r>
          </a:p>
        </p:txBody>
      </p:sp>
      <p:sp>
        <p:nvSpPr>
          <p:cNvPr id="3" name="Content Placeholder 2"/>
          <p:cNvSpPr>
            <a:spLocks noGrp="1"/>
          </p:cNvSpPr>
          <p:nvPr>
            <p:ph idx="1"/>
          </p:nvPr>
        </p:nvSpPr>
        <p:spPr/>
        <p:txBody>
          <a:bodyPr/>
          <a:lstStyle/>
          <a:p>
            <a:pPr marL="0" indent="0">
              <a:buNone/>
            </a:pPr>
            <a:r>
              <a:rPr lang="en-US" sz="1500"/>
              <a:t>import React,{useState} from 'react';</a:t>
            </a:r>
          </a:p>
          <a:p>
            <a:pPr marL="0" indent="0">
              <a:buNone/>
            </a:pPr>
            <a:r>
              <a:rPr lang="en-US" sz="1500"/>
              <a:t>function Useeffect(){</a:t>
            </a:r>
          </a:p>
          <a:p>
            <a:pPr marL="0" indent="0">
              <a:buNone/>
            </a:pPr>
            <a:r>
              <a:rPr lang="en-US" sz="1500"/>
              <a:t>    const [num,setNum]=useState(0);</a:t>
            </a:r>
          </a:p>
          <a:p>
            <a:pPr marL="0" indent="0">
              <a:buNone/>
            </a:pPr>
            <a:r>
              <a:rPr lang="en-US" sz="1500"/>
              <a:t>    // useEffect(()=&gt;{</a:t>
            </a:r>
          </a:p>
          <a:p>
            <a:pPr marL="0" indent="0">
              <a:buNone/>
            </a:pPr>
            <a:r>
              <a:rPr lang="en-US" sz="1500"/>
              <a:t>    //     alert("clicked")</a:t>
            </a:r>
          </a:p>
          <a:p>
            <a:pPr marL="0" indent="0">
              <a:buNone/>
            </a:pPr>
            <a:r>
              <a:rPr lang="en-US" sz="1500"/>
              <a:t>    // })</a:t>
            </a:r>
          </a:p>
          <a:p>
            <a:pPr marL="0" indent="0">
              <a:buNone/>
            </a:pPr>
            <a:endParaRPr lang="en-US" sz="1500"/>
          </a:p>
          <a:p>
            <a:pPr marL="0" indent="0">
              <a:buNone/>
            </a:pPr>
            <a:r>
              <a:rPr lang="en-US" sz="1500"/>
              <a:t>    return(</a:t>
            </a:r>
          </a:p>
          <a:p>
            <a:pPr marL="0" indent="0">
              <a:buNone/>
            </a:pPr>
            <a:r>
              <a:rPr lang="en-US" sz="1500"/>
              <a:t>    &lt;button onClick={(()=&gt;setNum(num+1),()=&gt;{alert("clicked")} )}&gt; click me {num}&lt;/button&gt;</a:t>
            </a:r>
          </a:p>
          <a:p>
            <a:pPr marL="0" indent="0">
              <a:buNone/>
            </a:pPr>
            <a:r>
              <a:rPr lang="en-US" sz="1500"/>
              <a:t>    );</a:t>
            </a:r>
          </a:p>
          <a:p>
            <a:pPr marL="0" indent="0">
              <a:buNone/>
            </a:pPr>
            <a:r>
              <a:rPr lang="en-US" sz="1500"/>
              <a:t>};</a:t>
            </a:r>
          </a:p>
          <a:p>
            <a:pPr marL="0" indent="0">
              <a:buNone/>
            </a:pPr>
            <a:r>
              <a:rPr lang="en-US" sz="1500"/>
              <a:t>export default Useeffect;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with useEffect</a:t>
            </a:r>
          </a:p>
        </p:txBody>
      </p:sp>
      <p:sp>
        <p:nvSpPr>
          <p:cNvPr id="3" name="Content Placeholder 2"/>
          <p:cNvSpPr>
            <a:spLocks noGrp="1"/>
          </p:cNvSpPr>
          <p:nvPr>
            <p:ph idx="1"/>
          </p:nvPr>
        </p:nvSpPr>
        <p:spPr/>
        <p:txBody>
          <a:bodyPr/>
          <a:lstStyle/>
          <a:p>
            <a:pPr marL="0" indent="0">
              <a:buNone/>
            </a:pPr>
            <a:r>
              <a:rPr lang="en-US" sz="1500"/>
              <a:t>import React,{useState,useEffect} from 'react';</a:t>
            </a:r>
          </a:p>
          <a:p>
            <a:pPr marL="0" indent="0">
              <a:buNone/>
            </a:pPr>
            <a:r>
              <a:rPr lang="en-US" sz="1500"/>
              <a:t>function Useeffect(){</a:t>
            </a:r>
          </a:p>
          <a:p>
            <a:pPr marL="0" indent="0">
              <a:buNone/>
            </a:pPr>
            <a:r>
              <a:rPr lang="en-US" sz="1500"/>
              <a:t>    const [num,setNum]=useState(0);</a:t>
            </a:r>
          </a:p>
          <a:p>
            <a:pPr marL="0" indent="0">
              <a:buNone/>
            </a:pPr>
            <a:r>
              <a:rPr lang="en-US" sz="1500"/>
              <a:t>    useEffect(()=&gt;{</a:t>
            </a:r>
          </a:p>
          <a:p>
            <a:pPr marL="0" indent="0">
              <a:buNone/>
            </a:pPr>
            <a:r>
              <a:rPr lang="en-US" sz="1500"/>
              <a:t>        alert("clicked")</a:t>
            </a:r>
          </a:p>
          <a:p>
            <a:pPr marL="0" indent="0">
              <a:buNone/>
            </a:pPr>
            <a:r>
              <a:rPr lang="en-US" sz="1500"/>
              <a:t>    })</a:t>
            </a:r>
          </a:p>
          <a:p>
            <a:pPr marL="0" indent="0">
              <a:buNone/>
            </a:pPr>
            <a:endParaRPr lang="en-US" sz="1500"/>
          </a:p>
          <a:p>
            <a:pPr marL="0" indent="0">
              <a:buNone/>
            </a:pPr>
            <a:r>
              <a:rPr lang="en-US" sz="1500"/>
              <a:t>    return(</a:t>
            </a:r>
          </a:p>
          <a:p>
            <a:pPr marL="0" indent="0">
              <a:buNone/>
            </a:pPr>
            <a:r>
              <a:rPr lang="en-US" sz="1500"/>
              <a:t>    &lt;button onClick={(()=&gt;setNum(num+1),()=&gt;{alert("clicked")} )}&gt; click me {num}&lt;/button&gt;</a:t>
            </a:r>
          </a:p>
          <a:p>
            <a:pPr marL="0" indent="0">
              <a:buNone/>
            </a:pPr>
            <a:r>
              <a:rPr lang="en-US" sz="1500"/>
              <a:t>    );</a:t>
            </a:r>
          </a:p>
          <a:p>
            <a:pPr marL="0" indent="0">
              <a:buNone/>
            </a:pPr>
            <a:r>
              <a:rPr lang="en-US" sz="1500"/>
              <a:t>};</a:t>
            </a:r>
          </a:p>
          <a:p>
            <a:pPr marL="0" indent="0">
              <a:buNone/>
            </a:pPr>
            <a:r>
              <a:rPr lang="en-US" sz="1500"/>
              <a:t>export default Useeffect;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2</a:t>
            </a:r>
          </a:p>
        </p:txBody>
      </p:sp>
      <p:sp>
        <p:nvSpPr>
          <p:cNvPr id="3" name="Content Placeholder 2"/>
          <p:cNvSpPr>
            <a:spLocks noGrp="1"/>
          </p:cNvSpPr>
          <p:nvPr>
            <p:ph idx="1"/>
          </p:nvPr>
        </p:nvSpPr>
        <p:spPr/>
        <p:txBody>
          <a:bodyPr/>
          <a:lstStyle/>
          <a:p>
            <a:pPr marL="0" indent="0">
              <a:buNone/>
            </a:pPr>
            <a:endParaRPr lang="en-US" sz="1500"/>
          </a:p>
          <a:p>
            <a:pPr marL="0" indent="0">
              <a:buNone/>
            </a:pPr>
            <a:r>
              <a:rPr lang="en-US" sz="1500"/>
              <a:t>import React,{useState,useEffect} from 'react';</a:t>
            </a:r>
          </a:p>
          <a:p>
            <a:pPr marL="0" indent="0">
              <a:buNone/>
            </a:pPr>
            <a:r>
              <a:rPr lang="en-US" sz="1500"/>
              <a:t>const Hook=()=&gt;{</a:t>
            </a:r>
          </a:p>
          <a:p>
            <a:pPr marL="0" indent="0">
              <a:buNone/>
            </a:pPr>
            <a:r>
              <a:rPr lang="en-US" sz="1500"/>
              <a:t>    </a:t>
            </a:r>
          </a:p>
          <a:p>
            <a:pPr marL="0" indent="0">
              <a:buNone/>
            </a:pPr>
            <a:r>
              <a:rPr lang="en-US" sz="1500"/>
              <a:t>    const[count,setCount]=useState(0);</a:t>
            </a:r>
          </a:p>
          <a:p>
            <a:pPr marL="0" indent="0">
              <a:buNone/>
            </a:pPr>
            <a:r>
              <a:rPr lang="en-US" sz="1500"/>
              <a:t>    useEffect(()=&gt;{</a:t>
            </a:r>
          </a:p>
          <a:p>
            <a:pPr marL="0" indent="0">
              <a:buNone/>
            </a:pPr>
            <a:r>
              <a:rPr lang="en-US" sz="1500"/>
              <a:t>        console.log("Document mount")</a:t>
            </a:r>
          </a:p>
          <a:p>
            <a:pPr marL="0" indent="0">
              <a:buNone/>
            </a:pPr>
            <a:r>
              <a:rPr lang="en-US" sz="1500"/>
              <a:t>    },[]);</a:t>
            </a:r>
          </a:p>
          <a:p>
            <a:pPr marL="0" indent="0">
              <a:buNone/>
            </a:pPr>
            <a:endParaRPr lang="en-US" sz="1500"/>
          </a:p>
          <a:p>
            <a:pPr marL="0" indent="0">
              <a:buNone/>
            </a:pPr>
            <a:r>
              <a:rPr lang="en-US" sz="1500"/>
              <a:t>  useEffect(()=&gt;{</a:t>
            </a:r>
          </a:p>
          <a:p>
            <a:pPr marL="0" indent="0">
              <a:buNone/>
            </a:pPr>
            <a:r>
              <a:rPr lang="en-US" sz="1500"/>
              <a:t>       console.log(`You clicked ${count} times`)</a:t>
            </a:r>
          </a:p>
          <a:p>
            <a:pPr marL="0" indent="0">
              <a:buNone/>
            </a:pPr>
            <a:r>
              <a:rPr lang="en-US" sz="1500"/>
              <a:t>    },[count]);   </a:t>
            </a:r>
          </a:p>
          <a:p>
            <a:pPr marL="0" indent="0">
              <a:buNone/>
            </a:pPr>
            <a:r>
              <a:rPr lang="en-US" sz="1500"/>
              <a:t>const Increment=()=&gt;</a:t>
            </a:r>
          </a:p>
          <a:p>
            <a:pPr marL="0" indent="0">
              <a:buNone/>
            </a:pPr>
            <a:r>
              <a:rPr lang="en-US" sz="1500"/>
              <a:t>{</a:t>
            </a:r>
          </a:p>
          <a:p>
            <a:pPr marL="0" indent="0">
              <a:buNone/>
            </a:pPr>
            <a:r>
              <a:rPr lang="en-US" sz="1500"/>
              <a:t>    setCount(count+1)</a:t>
            </a:r>
          </a:p>
          <a:p>
            <a:pPr marL="0" indent="0">
              <a:buNone/>
            </a:pPr>
            <a:r>
              <a:rPr lang="en-US" sz="1500"/>
              <a:t>}</a:t>
            </a:r>
          </a:p>
          <a:p>
            <a:pPr marL="0" indent="0">
              <a:buNone/>
            </a:pPr>
            <a:endParaRPr lang="en-US" sz="15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1500">
                <a:sym typeface="+mn-ea"/>
              </a:rPr>
              <a:t>const Decrement=()=&gt;</a:t>
            </a:r>
            <a:endParaRPr lang="en-US" sz="1500"/>
          </a:p>
          <a:p>
            <a:pPr marL="0" indent="0">
              <a:buNone/>
            </a:pPr>
            <a:r>
              <a:rPr lang="en-US" sz="1500">
                <a:sym typeface="+mn-ea"/>
              </a:rPr>
              <a:t>{</a:t>
            </a:r>
            <a:endParaRPr lang="en-US" sz="1500"/>
          </a:p>
          <a:p>
            <a:pPr marL="0" indent="0">
              <a:buNone/>
            </a:pPr>
            <a:r>
              <a:rPr lang="en-US" sz="1500">
                <a:sym typeface="+mn-ea"/>
              </a:rPr>
              <a:t>    setCount(count-1)</a:t>
            </a:r>
            <a:endParaRPr lang="en-US" sz="1500"/>
          </a:p>
          <a:p>
            <a:pPr marL="0" indent="0">
              <a:buNone/>
            </a:pPr>
            <a:r>
              <a:rPr lang="en-US" sz="1500">
                <a:sym typeface="+mn-ea"/>
              </a:rPr>
              <a:t>}</a:t>
            </a:r>
            <a:endParaRPr lang="en-US" sz="1500"/>
          </a:p>
          <a:p>
            <a:pPr marL="0" indent="0">
              <a:buNone/>
            </a:pPr>
            <a:r>
              <a:rPr lang="en-US" sz="1500">
                <a:sym typeface="+mn-ea"/>
              </a:rPr>
              <a:t>    return(</a:t>
            </a:r>
            <a:endParaRPr lang="en-US" sz="1500"/>
          </a:p>
          <a:p>
            <a:pPr marL="0" indent="0">
              <a:buNone/>
            </a:pPr>
            <a:r>
              <a:rPr lang="en-US" sz="1500">
                <a:sym typeface="+mn-ea"/>
              </a:rPr>
              <a:t>        &lt;&gt;</a:t>
            </a:r>
            <a:endParaRPr lang="en-US" sz="1500"/>
          </a:p>
          <a:p>
            <a:pPr marL="0" indent="0">
              <a:buNone/>
            </a:pPr>
            <a:r>
              <a:rPr lang="en-US" sz="1500">
                <a:sym typeface="+mn-ea"/>
              </a:rPr>
              <a:t>&lt;div &gt;</a:t>
            </a:r>
            <a:endParaRPr lang="en-US" sz="1500"/>
          </a:p>
          <a:p>
            <a:pPr marL="0" indent="0">
              <a:buNone/>
            </a:pPr>
            <a:r>
              <a:rPr lang="en-US" sz="1500">
                <a:sym typeface="+mn-ea"/>
              </a:rPr>
              <a:t>&lt;p&gt;{count}&lt;/p&gt;</a:t>
            </a:r>
            <a:endParaRPr lang="en-US" sz="1500"/>
          </a:p>
          <a:p>
            <a:pPr marL="0" indent="0">
              <a:buNone/>
            </a:pPr>
            <a:r>
              <a:rPr lang="en-US" sz="1500">
                <a:sym typeface="+mn-ea"/>
              </a:rPr>
              <a:t>&lt;button onClick={Increment}&gt;Increment&lt;/button&gt;</a:t>
            </a:r>
            <a:endParaRPr lang="en-US" sz="1500"/>
          </a:p>
          <a:p>
            <a:pPr marL="0" indent="0">
              <a:buNone/>
            </a:pPr>
            <a:r>
              <a:rPr lang="en-US" sz="1500">
                <a:sym typeface="+mn-ea"/>
              </a:rPr>
              <a:t>&lt;button onClick={Decrement}&gt;Decrement&lt;/button&gt;</a:t>
            </a:r>
            <a:endParaRPr lang="en-US" sz="1500"/>
          </a:p>
          <a:p>
            <a:pPr marL="0" indent="0">
              <a:buNone/>
            </a:pPr>
            <a:r>
              <a:rPr lang="en-US" sz="1500">
                <a:sym typeface="+mn-ea"/>
              </a:rPr>
              <a:t>&lt;/div&gt;</a:t>
            </a:r>
            <a:endParaRPr lang="en-US" sz="1500"/>
          </a:p>
          <a:p>
            <a:pPr marL="0" indent="0">
              <a:buNone/>
            </a:pPr>
            <a:r>
              <a:rPr lang="en-US" sz="1500">
                <a:sym typeface="+mn-ea"/>
              </a:rPr>
              <a:t>        &lt;/&gt;</a:t>
            </a:r>
            <a:endParaRPr lang="en-US" sz="1500"/>
          </a:p>
          <a:p>
            <a:pPr marL="0" indent="0">
              <a:buNone/>
            </a:pPr>
            <a:r>
              <a:rPr lang="en-US" sz="1500">
                <a:sym typeface="+mn-ea"/>
              </a:rPr>
              <a:t>    );</a:t>
            </a:r>
            <a:endParaRPr lang="en-US" sz="1500"/>
          </a:p>
          <a:p>
            <a:pPr marL="0" indent="0">
              <a:buNone/>
            </a:pPr>
            <a:r>
              <a:rPr lang="en-US" sz="1500">
                <a:sym typeface="+mn-ea"/>
              </a:rPr>
              <a:t>}</a:t>
            </a:r>
            <a:endParaRPr lang="en-US" sz="1500"/>
          </a:p>
          <a:p>
            <a:pPr marL="0" indent="0">
              <a:buNone/>
            </a:pPr>
            <a:r>
              <a:rPr lang="en-US" sz="1500">
                <a:sym typeface="+mn-ea"/>
              </a:rPr>
              <a:t>export default Hook;</a:t>
            </a:r>
            <a:endParaRPr lang="en-US" sz="1500"/>
          </a:p>
          <a:p>
            <a:pPr marL="0" indent="0">
              <a:buNone/>
            </a:pPr>
            <a:endParaRPr lang="en-US" sz="15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609600" y="66308"/>
            <a:ext cx="326082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 Context </a:t>
            </a:r>
            <a:endParaRPr kumimoji="0" lang="en-US" altLang="en-US" sz="4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2"/>
          <p:cNvSpPr>
            <a:spLocks noGrp="1" noChangeArrowheads="1"/>
          </p:cNvSpPr>
          <p:nvPr>
            <p:ph idx="1"/>
          </p:nvPr>
        </p:nvSpPr>
        <p:spPr bwMode="auto">
          <a:xfrm>
            <a:off x="609600" y="804317"/>
            <a:ext cx="10117015"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 Context is a React hook that allows you to access values from a React Context in a functional component, without needing to pass props down manually through every level of the component tree.</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Context Works:</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800" b="1"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createContext</a:t>
            </a:r>
            <a:r>
              <a:rPr kumimoji="0" lang="en-US" altLang="en-US" sz="28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First, you create a context object using </a:t>
            </a:r>
            <a:r>
              <a:rPr kumimoji="0" lang="en-US" altLang="en-US" sz="28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createContext</a:t>
            </a: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This context will hold the values you want to share across components.</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algn="just" eaLnBrk="0" hangingPunct="0">
              <a:spcBef>
                <a:spcPct val="0"/>
              </a:spcBef>
            </a:pPr>
            <a:r>
              <a:rPr kumimoji="0" lang="en-US" altLang="en-US" sz="28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Provider</a:t>
            </a: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You wrap the components that need access to this context in a </a:t>
            </a:r>
            <a:r>
              <a:rPr kumimoji="0" lang="en-US" altLang="en-US" sz="28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provider</a:t>
            </a: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component (</a:t>
            </a:r>
            <a:r>
              <a:rPr kumimoji="0" lang="en-US" altLang="en-US" sz="28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Context.Provider</a:t>
            </a: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provider supplies the value(s) you want the components to have access to.</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algn="just" eaLnBrk="0" hangingPunct="0">
              <a:spcBef>
                <a:spcPct val="0"/>
              </a:spcBef>
            </a:pPr>
            <a:r>
              <a:rPr kumimoji="0" lang="en-US" altLang="en-US" sz="2800" b="1"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useContext</a:t>
            </a:r>
            <a:r>
              <a:rPr kumimoji="0" lang="en-US" altLang="en-US" sz="28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This hook allows any child component of the provider to consume (access) the context value, without passing props.</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24402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lstStyle/>
          <a:p>
            <a:pPr marL="0" indent="0">
              <a:buNone/>
            </a:pPr>
            <a:r>
              <a:rPr lang="en-IN" sz="1200" dirty="0">
                <a:latin typeface="Times New Roman" panose="02020603050405020304" pitchFamily="18" charset="0"/>
                <a:cs typeface="Times New Roman" panose="02020603050405020304" pitchFamily="18" charset="0"/>
              </a:rPr>
              <a:t>import React, { </a:t>
            </a:r>
            <a:r>
              <a:rPr lang="en-IN" sz="1200" dirty="0" err="1">
                <a:latin typeface="Times New Roman" panose="02020603050405020304" pitchFamily="18" charset="0"/>
                <a:cs typeface="Times New Roman" panose="02020603050405020304" pitchFamily="18" charset="0"/>
              </a:rPr>
              <a:t>useState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createContext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useContext</a:t>
            </a:r>
            <a:r>
              <a:rPr lang="en-IN" sz="1200" dirty="0">
                <a:latin typeface="Times New Roman" panose="02020603050405020304" pitchFamily="18" charset="0"/>
                <a:cs typeface="Times New Roman" panose="02020603050405020304" pitchFamily="18" charset="0"/>
              </a:rPr>
              <a:t> } from "react";</a:t>
            </a:r>
          </a:p>
          <a:p>
            <a:pPr marL="0" indent="0">
              <a:buNone/>
            </a:pP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Create Theme Context</a:t>
            </a:r>
          </a:p>
          <a:p>
            <a:pPr marL="0" indent="0">
              <a:buNone/>
            </a:pPr>
            <a:r>
              <a:rPr lang="en-IN" sz="1200" dirty="0" err="1">
                <a:latin typeface="Times New Roman" panose="02020603050405020304" pitchFamily="18" charset="0"/>
                <a:cs typeface="Times New Roman" panose="02020603050405020304" pitchFamily="18" charset="0"/>
              </a:rPr>
              <a:t>const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ThemeContext</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createContext</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err="1">
                <a:latin typeface="Times New Roman" panose="02020603050405020304" pitchFamily="18" charset="0"/>
                <a:cs typeface="Times New Roman" panose="02020603050405020304" pitchFamily="18" charset="0"/>
              </a:rPr>
              <a:t>const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ThemeProvider</a:t>
            </a:r>
            <a:r>
              <a:rPr lang="en-IN" sz="1200" dirty="0">
                <a:latin typeface="Times New Roman" panose="02020603050405020304" pitchFamily="18" charset="0"/>
                <a:cs typeface="Times New Roman" panose="02020603050405020304" pitchFamily="18" charset="0"/>
              </a:rPr>
              <a:t> = ({ children }) =&gt; {</a:t>
            </a:r>
          </a:p>
          <a:p>
            <a:pPr marL="0" indent="0">
              <a:buNone/>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const</a:t>
            </a:r>
            <a:r>
              <a:rPr lang="en-IN" sz="1200" dirty="0">
                <a:latin typeface="Times New Roman" panose="02020603050405020304" pitchFamily="18" charset="0"/>
                <a:cs typeface="Times New Roman" panose="02020603050405020304" pitchFamily="18" charset="0"/>
              </a:rPr>
              <a:t> [theme, </a:t>
            </a:r>
            <a:r>
              <a:rPr lang="en-IN" sz="1200" dirty="0" err="1">
                <a:latin typeface="Times New Roman" panose="02020603050405020304" pitchFamily="18" charset="0"/>
                <a:cs typeface="Times New Roman" panose="02020603050405020304" pitchFamily="18" charset="0"/>
              </a:rPr>
              <a:t>setTheme</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useState</a:t>
            </a:r>
            <a:r>
              <a:rPr lang="en-IN" sz="1200" dirty="0">
                <a:latin typeface="Times New Roman" panose="02020603050405020304" pitchFamily="18" charset="0"/>
                <a:cs typeface="Times New Roman" panose="02020603050405020304" pitchFamily="18" charset="0"/>
              </a:rPr>
              <a:t>('light');</a:t>
            </a:r>
          </a:p>
          <a:p>
            <a:pPr marL="0" indent="0">
              <a:buNone/>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const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toggleTheme</a:t>
            </a:r>
            <a:r>
              <a:rPr lang="en-IN" sz="1200" dirty="0">
                <a:latin typeface="Times New Roman" panose="02020603050405020304" pitchFamily="18" charset="0"/>
                <a:cs typeface="Times New Roman" panose="02020603050405020304" pitchFamily="18" charset="0"/>
              </a:rPr>
              <a:t> = () =&gt; </a:t>
            </a:r>
            <a:r>
              <a:rPr lang="en-IN" sz="1200" dirty="0" err="1">
                <a:latin typeface="Times New Roman" panose="02020603050405020304" pitchFamily="18" charset="0"/>
                <a:cs typeface="Times New Roman" panose="02020603050405020304" pitchFamily="18" charset="0"/>
              </a:rPr>
              <a:t>setTheme</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prev</a:t>
            </a:r>
            <a:r>
              <a:rPr lang="en-IN" sz="1200" dirty="0">
                <a:latin typeface="Times New Roman" panose="02020603050405020304" pitchFamily="18" charset="0"/>
                <a:cs typeface="Times New Roman" panose="02020603050405020304" pitchFamily="18" charset="0"/>
              </a:rPr>
              <a:t>) =&gt; (</a:t>
            </a:r>
            <a:r>
              <a:rPr lang="en-IN" sz="1200" dirty="0" err="1">
                <a:latin typeface="Times New Roman" panose="02020603050405020304" pitchFamily="18" charset="0"/>
                <a:cs typeface="Times New Roman" panose="02020603050405020304" pitchFamily="18" charset="0"/>
              </a:rPr>
              <a:t>prev</a:t>
            </a:r>
            <a:r>
              <a:rPr lang="en-IN" sz="1200" dirty="0">
                <a:latin typeface="Times New Roman" panose="02020603050405020304" pitchFamily="18" charset="0"/>
                <a:cs typeface="Times New Roman" panose="02020603050405020304" pitchFamily="18" charset="0"/>
              </a:rPr>
              <a:t> === 'light' ? 'dark' : 'light'));</a:t>
            </a:r>
          </a:p>
          <a:p>
            <a:pPr marL="0" indent="0">
              <a:buNone/>
            </a:pP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return (</a:t>
            </a:r>
          </a:p>
          <a:p>
            <a:pPr marL="0" indent="0">
              <a:buNone/>
            </a:pPr>
            <a:r>
              <a:rPr lang="en-IN" sz="1200" dirty="0">
                <a:latin typeface="Times New Roman" panose="02020603050405020304" pitchFamily="18" charset="0"/>
                <a:cs typeface="Times New Roman" panose="02020603050405020304" pitchFamily="18" charset="0"/>
              </a:rPr>
              <a:t>    &lt;</a:t>
            </a:r>
            <a:r>
              <a:rPr lang="en-IN" sz="1200" dirty="0" err="1">
                <a:latin typeface="Times New Roman" panose="02020603050405020304" pitchFamily="18" charset="0"/>
                <a:cs typeface="Times New Roman" panose="02020603050405020304" pitchFamily="18" charset="0"/>
              </a:rPr>
              <a:t>ThemeContext.Provider</a:t>
            </a:r>
            <a:r>
              <a:rPr lang="en-IN" sz="1200" dirty="0">
                <a:latin typeface="Times New Roman" panose="02020603050405020304" pitchFamily="18" charset="0"/>
                <a:cs typeface="Times New Roman" panose="02020603050405020304" pitchFamily="18" charset="0"/>
              </a:rPr>
              <a:t> value={{ theme, </a:t>
            </a:r>
            <a:r>
              <a:rPr lang="en-IN" sz="1200" dirty="0" err="1">
                <a:latin typeface="Times New Roman" panose="02020603050405020304" pitchFamily="18" charset="0"/>
                <a:cs typeface="Times New Roman" panose="02020603050405020304" pitchFamily="18" charset="0"/>
              </a:rPr>
              <a:t>toggleTheme</a:t>
            </a:r>
            <a:r>
              <a:rPr lang="en-IN" sz="1200" dirty="0">
                <a:latin typeface="Times New Roman" panose="02020603050405020304" pitchFamily="18" charset="0"/>
                <a:cs typeface="Times New Roman" panose="02020603050405020304" pitchFamily="18" charset="0"/>
              </a:rPr>
              <a:t> }}&gt;</a:t>
            </a:r>
          </a:p>
          <a:p>
            <a:pPr marL="0" indent="0">
              <a:buNone/>
            </a:pPr>
            <a:r>
              <a:rPr lang="en-IN" sz="1200" dirty="0">
                <a:latin typeface="Times New Roman" panose="02020603050405020304" pitchFamily="18" charset="0"/>
                <a:cs typeface="Times New Roman" panose="02020603050405020304" pitchFamily="18" charset="0"/>
              </a:rPr>
              <a:t>      {children}</a:t>
            </a:r>
          </a:p>
          <a:p>
            <a:pPr marL="0" indent="0">
              <a:buNone/>
            </a:pPr>
            <a:r>
              <a:rPr lang="en-IN" sz="1200" dirty="0">
                <a:latin typeface="Times New Roman" panose="02020603050405020304" pitchFamily="18" charset="0"/>
                <a:cs typeface="Times New Roman" panose="02020603050405020304" pitchFamily="18" charset="0"/>
              </a:rPr>
              <a:t>    &lt;/</a:t>
            </a:r>
            <a:r>
              <a:rPr lang="en-IN" sz="1200" dirty="0" err="1">
                <a:latin typeface="Times New Roman" panose="02020603050405020304" pitchFamily="18" charset="0"/>
                <a:cs typeface="Times New Roman" panose="02020603050405020304" pitchFamily="18" charset="0"/>
              </a:rPr>
              <a:t>ThemeContext.Provider</a:t>
            </a:r>
            <a:r>
              <a:rPr lang="en-IN" sz="1200" dirty="0">
                <a:latin typeface="Times New Roman" panose="02020603050405020304" pitchFamily="18" charset="0"/>
                <a:cs typeface="Times New Roman" panose="02020603050405020304" pitchFamily="18" charset="0"/>
              </a:rPr>
              <a:t>&gt;</a:t>
            </a:r>
          </a:p>
          <a:p>
            <a:pPr marL="0" indent="0">
              <a:buNone/>
            </a:pPr>
            <a:r>
              <a:rPr lang="en-IN" sz="1200" dirty="0">
                <a:latin typeface="Times New Roman" panose="02020603050405020304" pitchFamily="18" charset="0"/>
                <a:cs typeface="Times New Roman" panose="02020603050405020304" pitchFamily="18" charset="0"/>
              </a:rPr>
              <a:t>  );</a:t>
            </a:r>
          </a:p>
          <a:p>
            <a:pPr marL="0" indent="0">
              <a:buNone/>
            </a:pP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1051932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22910"/>
            <a:ext cx="10972800" cy="5704840"/>
          </a:xfrm>
        </p:spPr>
        <p:txBody>
          <a:bodyPr/>
          <a:lstStyle/>
          <a:p>
            <a:pPr marL="0" indent="0">
              <a:buNone/>
            </a:pPr>
            <a:r>
              <a:rPr lang="en-IN" sz="1200" dirty="0" err="1">
                <a:latin typeface="Times New Roman" panose="02020603050405020304" pitchFamily="18" charset="0"/>
                <a:cs typeface="Times New Roman" panose="02020603050405020304" pitchFamily="18" charset="0"/>
              </a:rPr>
              <a:t>const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ThemedComponent</a:t>
            </a:r>
            <a:r>
              <a:rPr lang="en-IN" sz="1200" dirty="0">
                <a:latin typeface="Times New Roman" panose="02020603050405020304" pitchFamily="18" charset="0"/>
                <a:cs typeface="Times New Roman" panose="02020603050405020304" pitchFamily="18" charset="0"/>
              </a:rPr>
              <a:t> = () =&gt; {</a:t>
            </a:r>
          </a:p>
          <a:p>
            <a:pPr marL="0" indent="0">
              <a:buNone/>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const</a:t>
            </a:r>
            <a:r>
              <a:rPr lang="en-IN" sz="1200" dirty="0">
                <a:latin typeface="Times New Roman" panose="02020603050405020304" pitchFamily="18" charset="0"/>
                <a:cs typeface="Times New Roman" panose="02020603050405020304" pitchFamily="18" charset="0"/>
              </a:rPr>
              <a:t> { theme, </a:t>
            </a:r>
            <a:r>
              <a:rPr lang="en-IN" sz="1200" dirty="0" err="1">
                <a:latin typeface="Times New Roman" panose="02020603050405020304" pitchFamily="18" charset="0"/>
                <a:cs typeface="Times New Roman" panose="02020603050405020304" pitchFamily="18" charset="0"/>
              </a:rPr>
              <a:t>toggleTheme</a:t>
            </a:r>
            <a:r>
              <a:rPr lang="en-IN" sz="1200" dirty="0">
                <a:latin typeface="Times New Roman" panose="02020603050405020304" pitchFamily="18" charset="0"/>
                <a:cs typeface="Times New Roman" panose="02020603050405020304" pitchFamily="18" charset="0"/>
              </a:rPr>
              <a:t> } = </a:t>
            </a:r>
            <a:r>
              <a:rPr lang="en-IN" sz="1200" dirty="0" err="1">
                <a:latin typeface="Times New Roman" panose="02020603050405020304" pitchFamily="18" charset="0"/>
                <a:cs typeface="Times New Roman" panose="02020603050405020304" pitchFamily="18" charset="0"/>
              </a:rPr>
              <a:t>useContext</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ThemeContext</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const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isLight</a:t>
            </a:r>
            <a:r>
              <a:rPr lang="en-IN" sz="1200" dirty="0">
                <a:latin typeface="Times New Roman" panose="02020603050405020304" pitchFamily="18" charset="0"/>
                <a:cs typeface="Times New Roman" panose="02020603050405020304" pitchFamily="18" charset="0"/>
              </a:rPr>
              <a:t> = theme === 'light';</a:t>
            </a:r>
          </a:p>
          <a:p>
            <a:pPr marL="0" indent="0">
              <a:buNone/>
            </a:pP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return (</a:t>
            </a:r>
          </a:p>
          <a:p>
            <a:pPr marL="0" indent="0">
              <a:buNone/>
            </a:pPr>
            <a:r>
              <a:rPr lang="en-IN" sz="1200" dirty="0">
                <a:latin typeface="Times New Roman" panose="02020603050405020304" pitchFamily="18" charset="0"/>
                <a:cs typeface="Times New Roman" panose="02020603050405020304" pitchFamily="18" charset="0"/>
              </a:rPr>
              <a:t>    &lt;div</a:t>
            </a:r>
          </a:p>
          <a:p>
            <a:pPr marL="0" indent="0">
              <a:buNone/>
            </a:pPr>
            <a:r>
              <a:rPr lang="en-IN" sz="1200" dirty="0">
                <a:latin typeface="Times New Roman" panose="02020603050405020304" pitchFamily="18" charset="0"/>
                <a:cs typeface="Times New Roman" panose="02020603050405020304" pitchFamily="18" charset="0"/>
              </a:rPr>
              <a:t>      style={{</a:t>
            </a:r>
          </a:p>
          <a:p>
            <a:pPr marL="0" indent="0">
              <a:buNone/>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backgroundColor</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isLight</a:t>
            </a:r>
            <a:r>
              <a:rPr lang="en-IN" sz="1200" dirty="0">
                <a:latin typeface="Times New Roman" panose="02020603050405020304" pitchFamily="18" charset="0"/>
                <a:cs typeface="Times New Roman" panose="02020603050405020304" pitchFamily="18" charset="0"/>
              </a:rPr>
              <a:t> ? '#</a:t>
            </a:r>
            <a:r>
              <a:rPr lang="en-IN" sz="1200" dirty="0" err="1">
                <a:latin typeface="Times New Roman" panose="02020603050405020304" pitchFamily="18" charset="0"/>
                <a:cs typeface="Times New Roman" panose="02020603050405020304" pitchFamily="18" charset="0"/>
              </a:rPr>
              <a:t>fff</a:t>
            </a:r>
            <a:r>
              <a:rPr lang="en-IN" sz="1200" dirty="0">
                <a:latin typeface="Times New Roman" panose="02020603050405020304" pitchFamily="18" charset="0"/>
                <a:cs typeface="Times New Roman" panose="02020603050405020304" pitchFamily="18" charset="0"/>
              </a:rPr>
              <a:t>' : '#333',</a:t>
            </a:r>
          </a:p>
          <a:p>
            <a:pPr marL="0" indent="0">
              <a:buNone/>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color</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isLight</a:t>
            </a:r>
            <a:r>
              <a:rPr lang="en-IN" sz="1200" dirty="0">
                <a:latin typeface="Times New Roman" panose="02020603050405020304" pitchFamily="18" charset="0"/>
                <a:cs typeface="Times New Roman" panose="02020603050405020304" pitchFamily="18" charset="0"/>
              </a:rPr>
              <a:t> ? '#000' : '#</a:t>
            </a:r>
            <a:r>
              <a:rPr lang="en-IN" sz="1200" dirty="0" err="1">
                <a:latin typeface="Times New Roman" panose="02020603050405020304" pitchFamily="18" charset="0"/>
                <a:cs typeface="Times New Roman" panose="02020603050405020304" pitchFamily="18" charset="0"/>
              </a:rPr>
              <a:t>fff</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        padding: 20,</a:t>
            </a:r>
          </a:p>
          <a:p>
            <a:pPr marL="0" indent="0">
              <a:buNone/>
            </a:pP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textAlign</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center</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      }}</a:t>
            </a:r>
          </a:p>
          <a:p>
            <a:pPr marL="0" indent="0">
              <a:buNone/>
            </a:pPr>
            <a:r>
              <a:rPr lang="en-IN" sz="1200" dirty="0">
                <a:latin typeface="Times New Roman" panose="02020603050405020304" pitchFamily="18" charset="0"/>
                <a:cs typeface="Times New Roman" panose="02020603050405020304" pitchFamily="18" charset="0"/>
              </a:rPr>
              <a:t>    &gt;</a:t>
            </a:r>
          </a:p>
          <a:p>
            <a:pPr marL="0" indent="0">
              <a:buNone/>
            </a:pPr>
            <a:r>
              <a:rPr lang="en-IN" sz="1200" dirty="0">
                <a:latin typeface="Times New Roman" panose="02020603050405020304" pitchFamily="18" charset="0"/>
                <a:cs typeface="Times New Roman" panose="02020603050405020304" pitchFamily="18" charset="0"/>
              </a:rPr>
              <a:t>      &lt;h1&gt;{</a:t>
            </a:r>
            <a:r>
              <a:rPr lang="en-IN" sz="1200" dirty="0" err="1">
                <a:latin typeface="Times New Roman" panose="02020603050405020304" pitchFamily="18" charset="0"/>
                <a:cs typeface="Times New Roman" panose="02020603050405020304" pitchFamily="18" charset="0"/>
              </a:rPr>
              <a:t>isLight</a:t>
            </a:r>
            <a:r>
              <a:rPr lang="en-IN" sz="1200" dirty="0">
                <a:latin typeface="Times New Roman" panose="02020603050405020304" pitchFamily="18" charset="0"/>
                <a:cs typeface="Times New Roman" panose="02020603050405020304" pitchFamily="18" charset="0"/>
              </a:rPr>
              <a:t> ? 'Light Theme' : 'Dark Theme'}&lt;/h1&gt;</a:t>
            </a:r>
          </a:p>
          <a:p>
            <a:pPr marL="0" indent="0">
              <a:buNone/>
            </a:pPr>
            <a:r>
              <a:rPr lang="en-IN" sz="1200" dirty="0">
                <a:latin typeface="Times New Roman" panose="02020603050405020304" pitchFamily="18" charset="0"/>
                <a:cs typeface="Times New Roman" panose="02020603050405020304" pitchFamily="18" charset="0"/>
              </a:rPr>
              <a:t>      &lt;button </a:t>
            </a:r>
            <a:r>
              <a:rPr lang="en-IN" sz="1200" dirty="0" err="1">
                <a:latin typeface="Times New Roman" panose="02020603050405020304" pitchFamily="18" charset="0"/>
                <a:cs typeface="Times New Roman" panose="02020603050405020304" pitchFamily="18" charset="0"/>
              </a:rPr>
              <a:t>onClick</a:t>
            </a:r>
            <a:r>
              <a:rPr lang="en-IN" sz="1200" dirty="0">
                <a:latin typeface="Times New Roman" panose="02020603050405020304" pitchFamily="18" charset="0"/>
                <a:cs typeface="Times New Roman" panose="02020603050405020304" pitchFamily="18" charset="0"/>
              </a:rPr>
              <a:t>={</a:t>
            </a:r>
            <a:r>
              <a:rPr lang="en-IN" sz="1200" dirty="0" err="1">
                <a:latin typeface="Times New Roman" panose="02020603050405020304" pitchFamily="18" charset="0"/>
                <a:cs typeface="Times New Roman" panose="02020603050405020304" pitchFamily="18" charset="0"/>
              </a:rPr>
              <a:t>toggleTheme</a:t>
            </a:r>
            <a:r>
              <a:rPr lang="en-IN" sz="1200" dirty="0">
                <a:latin typeface="Times New Roman" panose="02020603050405020304" pitchFamily="18" charset="0"/>
                <a:cs typeface="Times New Roman" panose="02020603050405020304" pitchFamily="18" charset="0"/>
              </a:rPr>
              <a:t>}&gt;Toggle Theme&lt;/button&gt;</a:t>
            </a:r>
          </a:p>
          <a:p>
            <a:pPr marL="0" indent="0">
              <a:buNone/>
            </a:pPr>
            <a:r>
              <a:rPr lang="en-IN" sz="1200" dirty="0">
                <a:latin typeface="Times New Roman" panose="02020603050405020304" pitchFamily="18" charset="0"/>
                <a:cs typeface="Times New Roman" panose="02020603050405020304" pitchFamily="18" charset="0"/>
              </a:rPr>
              <a:t>    &lt;/div&gt;</a:t>
            </a:r>
          </a:p>
          <a:p>
            <a:pPr marL="0" indent="0">
              <a:buNone/>
            </a:pPr>
            <a:r>
              <a:rPr lang="en-IN" sz="1200" dirty="0">
                <a:latin typeface="Times New Roman" panose="02020603050405020304" pitchFamily="18" charset="0"/>
                <a:cs typeface="Times New Roman" panose="02020603050405020304" pitchFamily="18" charset="0"/>
              </a:rPr>
              <a:t>  );</a:t>
            </a:r>
          </a:p>
          <a:p>
            <a:pPr marL="0" indent="0">
              <a:buNone/>
            </a:pP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function Hook4() {</a:t>
            </a:r>
          </a:p>
          <a:p>
            <a:pPr marL="0" indent="0">
              <a:buNone/>
            </a:pPr>
            <a:r>
              <a:rPr lang="en-IN" sz="1200" dirty="0">
                <a:latin typeface="Times New Roman" panose="02020603050405020304" pitchFamily="18" charset="0"/>
                <a:cs typeface="Times New Roman" panose="02020603050405020304" pitchFamily="18" charset="0"/>
              </a:rPr>
              <a:t>    return (</a:t>
            </a:r>
          </a:p>
          <a:p>
            <a:pPr marL="0" indent="0">
              <a:buNone/>
            </a:pPr>
            <a:r>
              <a:rPr lang="en-IN" sz="1200" dirty="0">
                <a:latin typeface="Times New Roman" panose="02020603050405020304" pitchFamily="18" charset="0"/>
                <a:cs typeface="Times New Roman" panose="02020603050405020304" pitchFamily="18" charset="0"/>
              </a:rPr>
              <a:t>      &lt;</a:t>
            </a:r>
            <a:r>
              <a:rPr lang="en-IN" sz="1200" dirty="0" err="1">
                <a:latin typeface="Times New Roman" panose="02020603050405020304" pitchFamily="18" charset="0"/>
                <a:cs typeface="Times New Roman" panose="02020603050405020304" pitchFamily="18" charset="0"/>
              </a:rPr>
              <a:t>ThemeProvider</a:t>
            </a:r>
            <a:r>
              <a:rPr lang="en-IN" sz="1200" dirty="0">
                <a:latin typeface="Times New Roman" panose="02020603050405020304" pitchFamily="18" charset="0"/>
                <a:cs typeface="Times New Roman" panose="02020603050405020304" pitchFamily="18" charset="0"/>
              </a:rPr>
              <a:t>&gt;</a:t>
            </a:r>
          </a:p>
          <a:p>
            <a:pPr marL="0" indent="0">
              <a:buNone/>
            </a:pPr>
            <a:r>
              <a:rPr lang="en-IN" sz="1200" dirty="0">
                <a:latin typeface="Times New Roman" panose="02020603050405020304" pitchFamily="18" charset="0"/>
                <a:cs typeface="Times New Roman" panose="02020603050405020304" pitchFamily="18" charset="0"/>
              </a:rPr>
              <a:t>        &lt;</a:t>
            </a:r>
            <a:r>
              <a:rPr lang="en-IN" sz="1200" dirty="0" err="1">
                <a:latin typeface="Times New Roman" panose="02020603050405020304" pitchFamily="18" charset="0"/>
                <a:cs typeface="Times New Roman" panose="02020603050405020304" pitchFamily="18" charset="0"/>
              </a:rPr>
              <a:t>ThemedComponent</a:t>
            </a:r>
            <a:r>
              <a:rPr lang="en-IN" sz="1200" dirty="0">
                <a:latin typeface="Times New Roman" panose="02020603050405020304" pitchFamily="18" charset="0"/>
                <a:cs typeface="Times New Roman" panose="02020603050405020304" pitchFamily="18" charset="0"/>
              </a:rPr>
              <a:t> /&gt;</a:t>
            </a:r>
          </a:p>
          <a:p>
            <a:pPr marL="0" indent="0">
              <a:buNone/>
            </a:pPr>
            <a:r>
              <a:rPr lang="en-IN" sz="1200" dirty="0">
                <a:latin typeface="Times New Roman" panose="02020603050405020304" pitchFamily="18" charset="0"/>
                <a:cs typeface="Times New Roman" panose="02020603050405020304" pitchFamily="18" charset="0"/>
              </a:rPr>
              <a:t>      &lt;/</a:t>
            </a:r>
            <a:r>
              <a:rPr lang="en-IN" sz="1200" dirty="0" err="1">
                <a:latin typeface="Times New Roman" panose="02020603050405020304" pitchFamily="18" charset="0"/>
                <a:cs typeface="Times New Roman" panose="02020603050405020304" pitchFamily="18" charset="0"/>
              </a:rPr>
              <a:t>ThemeProvider</a:t>
            </a:r>
            <a:r>
              <a:rPr lang="en-IN" sz="1200" dirty="0">
                <a:latin typeface="Times New Roman" panose="02020603050405020304" pitchFamily="18" charset="0"/>
                <a:cs typeface="Times New Roman" panose="02020603050405020304" pitchFamily="18" charset="0"/>
              </a:rPr>
              <a:t>&gt;</a:t>
            </a:r>
          </a:p>
          <a:p>
            <a:pPr marL="0" indent="0">
              <a:buNone/>
            </a:pPr>
            <a:r>
              <a:rPr lang="en-IN" sz="1200" dirty="0">
                <a:latin typeface="Times New Roman" panose="02020603050405020304" pitchFamily="18" charset="0"/>
                <a:cs typeface="Times New Roman" panose="02020603050405020304" pitchFamily="18" charset="0"/>
              </a:rPr>
              <a:t>   );</a:t>
            </a:r>
          </a:p>
          <a:p>
            <a:pPr marL="0" indent="0">
              <a:buNone/>
            </a:pPr>
            <a:r>
              <a:rPr lang="en-IN" sz="1200" dirty="0">
                <a:latin typeface="Times New Roman" panose="02020603050405020304" pitchFamily="18" charset="0"/>
                <a:cs typeface="Times New Roman" panose="02020603050405020304" pitchFamily="18" charset="0"/>
              </a:rPr>
              <a:t> }</a:t>
            </a:r>
          </a:p>
          <a:p>
            <a:pPr marL="0" indent="0">
              <a:buNone/>
            </a:pPr>
            <a:r>
              <a:rPr lang="en-IN" sz="1200" dirty="0">
                <a:latin typeface="Times New Roman" panose="02020603050405020304" pitchFamily="18" charset="0"/>
                <a:cs typeface="Times New Roman" panose="02020603050405020304" pitchFamily="18" charset="0"/>
              </a:rPr>
              <a:t>export default Hook4;</a:t>
            </a:r>
          </a:p>
          <a:p>
            <a:pPr marL="0" indent="0">
              <a:buNone/>
            </a:pPr>
            <a:endParaRPr lang="en-IN" dirty="0"/>
          </a:p>
        </p:txBody>
      </p:sp>
    </p:spTree>
    <p:extLst>
      <p:ext uri="{BB962C8B-B14F-4D97-AF65-F5344CB8AC3E}">
        <p14:creationId xmlns:p14="http://schemas.microsoft.com/office/powerpoint/2010/main" val="22504896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Reducer</a:t>
            </a:r>
            <a:endParaRPr lang="en-IN" dirty="0"/>
          </a:p>
        </p:txBody>
      </p:sp>
      <p:sp>
        <p:nvSpPr>
          <p:cNvPr id="3" name="Content Placeholder 2"/>
          <p:cNvSpPr>
            <a:spLocks noGrp="1"/>
          </p:cNvSpPr>
          <p:nvPr>
            <p:ph idx="1"/>
          </p:nvPr>
        </p:nvSpPr>
        <p:spPr/>
        <p:txBody>
          <a:bodyPr/>
          <a:lstStyle/>
          <a:p>
            <a:pPr marL="0" indent="0" algn="just">
              <a:buNone/>
            </a:pPr>
            <a:r>
              <a:rPr lang="en-IN" sz="3000" dirty="0">
                <a:latin typeface="Times New Roman" panose="02020603050405020304" pitchFamily="18" charset="0"/>
                <a:cs typeface="Times New Roman" panose="02020603050405020304" pitchFamily="18" charset="0"/>
              </a:rPr>
              <a:t>The </a:t>
            </a:r>
            <a:r>
              <a:rPr lang="en-IN" sz="3000" dirty="0" err="1">
                <a:latin typeface="Times New Roman" panose="02020603050405020304" pitchFamily="18" charset="0"/>
                <a:cs typeface="Times New Roman" panose="02020603050405020304" pitchFamily="18" charset="0"/>
              </a:rPr>
              <a:t>useReducer</a:t>
            </a:r>
            <a:r>
              <a:rPr lang="en-IN" sz="3000" dirty="0">
                <a:latin typeface="Times New Roman" panose="02020603050405020304" pitchFamily="18" charset="0"/>
                <a:cs typeface="Times New Roman" panose="02020603050405020304" pitchFamily="18" charset="0"/>
              </a:rPr>
              <a:t> Hook is similar to the </a:t>
            </a:r>
            <a:r>
              <a:rPr lang="en-IN" sz="3000" dirty="0" err="1">
                <a:latin typeface="Times New Roman" panose="02020603050405020304" pitchFamily="18" charset="0"/>
                <a:cs typeface="Times New Roman" panose="02020603050405020304" pitchFamily="18" charset="0"/>
              </a:rPr>
              <a:t>useState</a:t>
            </a:r>
            <a:r>
              <a:rPr lang="en-IN" sz="3000" dirty="0">
                <a:latin typeface="Times New Roman" panose="02020603050405020304" pitchFamily="18" charset="0"/>
                <a:cs typeface="Times New Roman" panose="02020603050405020304" pitchFamily="18" charset="0"/>
              </a:rPr>
              <a:t> Hook. It allows for custom state logic. If you find yourself keeping track of multiple pieces of state that rely on complex logic, </a:t>
            </a:r>
            <a:r>
              <a:rPr lang="en-IN" sz="3000" dirty="0" err="1" smtClean="0">
                <a:latin typeface="Times New Roman" panose="02020603050405020304" pitchFamily="18" charset="0"/>
                <a:cs typeface="Times New Roman" panose="02020603050405020304" pitchFamily="18" charset="0"/>
              </a:rPr>
              <a:t>useReducer</a:t>
            </a:r>
            <a:r>
              <a:rPr lang="en-IN" sz="3000" dirty="0">
                <a:latin typeface="Times New Roman" panose="02020603050405020304" pitchFamily="18" charset="0"/>
                <a:cs typeface="Times New Roman" panose="02020603050405020304" pitchFamily="18" charset="0"/>
              </a:rPr>
              <a:t> may be </a:t>
            </a:r>
            <a:r>
              <a:rPr lang="en-IN" sz="3000" dirty="0" smtClean="0">
                <a:latin typeface="Times New Roman" panose="02020603050405020304" pitchFamily="18" charset="0"/>
                <a:cs typeface="Times New Roman" panose="02020603050405020304" pitchFamily="18" charset="0"/>
              </a:rPr>
              <a:t>useful.</a:t>
            </a:r>
          </a:p>
          <a:p>
            <a:pPr marL="0" indent="0" algn="just">
              <a:buNone/>
            </a:pPr>
            <a:r>
              <a:rPr lang="en-IN" sz="3000" dirty="0" smtClean="0">
                <a:latin typeface="Times New Roman" panose="02020603050405020304" pitchFamily="18" charset="0"/>
                <a:cs typeface="Times New Roman" panose="02020603050405020304" pitchFamily="18" charset="0"/>
              </a:rPr>
              <a:t>Syntax:</a:t>
            </a:r>
            <a:endParaRPr lang="en-IN" sz="3000" dirty="0">
              <a:latin typeface="Times New Roman" panose="02020603050405020304" pitchFamily="18" charset="0"/>
              <a:cs typeface="Times New Roman" panose="02020603050405020304" pitchFamily="18" charset="0"/>
            </a:endParaRPr>
          </a:p>
          <a:p>
            <a:pPr marL="0" indent="0" algn="just">
              <a:buNone/>
            </a:pPr>
            <a:r>
              <a:rPr lang="en-IN" sz="3000" dirty="0">
                <a:latin typeface="Times New Roman" panose="02020603050405020304" pitchFamily="18" charset="0"/>
                <a:cs typeface="Times New Roman" panose="02020603050405020304" pitchFamily="18" charset="0"/>
              </a:rPr>
              <a:t>The </a:t>
            </a:r>
            <a:r>
              <a:rPr lang="en-IN" sz="3000" dirty="0" err="1">
                <a:latin typeface="Times New Roman" panose="02020603050405020304" pitchFamily="18" charset="0"/>
                <a:cs typeface="Times New Roman" panose="02020603050405020304" pitchFamily="18" charset="0"/>
              </a:rPr>
              <a:t>useReducer</a:t>
            </a:r>
            <a:r>
              <a:rPr lang="en-IN" sz="3000" dirty="0">
                <a:latin typeface="Times New Roman" panose="02020603050405020304" pitchFamily="18" charset="0"/>
                <a:cs typeface="Times New Roman" panose="02020603050405020304" pitchFamily="18" charset="0"/>
              </a:rPr>
              <a:t> Hook accepts two arguments.</a:t>
            </a:r>
          </a:p>
          <a:p>
            <a:pPr marL="0" indent="0" algn="just">
              <a:buNone/>
            </a:pPr>
            <a:r>
              <a:rPr lang="en-IN" sz="3000" dirty="0" err="1">
                <a:latin typeface="Times New Roman" panose="02020603050405020304" pitchFamily="18" charset="0"/>
                <a:cs typeface="Times New Roman" panose="02020603050405020304" pitchFamily="18" charset="0"/>
              </a:rPr>
              <a:t>useReducer</a:t>
            </a:r>
            <a:r>
              <a:rPr lang="en-IN" sz="3000" dirty="0">
                <a:latin typeface="Times New Roman" panose="02020603050405020304" pitchFamily="18" charset="0"/>
                <a:cs typeface="Times New Roman" panose="02020603050405020304" pitchFamily="18" charset="0"/>
              </a:rPr>
              <a:t>(&lt;reducer&gt;, &lt;</a:t>
            </a:r>
            <a:r>
              <a:rPr lang="en-IN" sz="3000" dirty="0" err="1">
                <a:latin typeface="Times New Roman" panose="02020603050405020304" pitchFamily="18" charset="0"/>
                <a:cs typeface="Times New Roman" panose="02020603050405020304" pitchFamily="18" charset="0"/>
              </a:rPr>
              <a:t>initialState</a:t>
            </a:r>
            <a:r>
              <a:rPr lang="en-IN" sz="3000" dirty="0">
                <a:latin typeface="Times New Roman" panose="02020603050405020304" pitchFamily="18" charset="0"/>
                <a:cs typeface="Times New Roman" panose="02020603050405020304" pitchFamily="18" charset="0"/>
              </a:rPr>
              <a:t>&gt;)</a:t>
            </a:r>
          </a:p>
          <a:p>
            <a:pPr marL="0" indent="0" algn="just">
              <a:buNone/>
            </a:pPr>
            <a:r>
              <a:rPr lang="en-IN" sz="3000" dirty="0">
                <a:latin typeface="Times New Roman" panose="02020603050405020304" pitchFamily="18" charset="0"/>
                <a:cs typeface="Times New Roman" panose="02020603050405020304" pitchFamily="18" charset="0"/>
              </a:rPr>
              <a:t>The reducer function contains your custom state logic and the </a:t>
            </a:r>
            <a:r>
              <a:rPr lang="en-IN" sz="3000" dirty="0" err="1" smtClean="0">
                <a:latin typeface="Times New Roman" panose="02020603050405020304" pitchFamily="18" charset="0"/>
                <a:cs typeface="Times New Roman" panose="02020603050405020304" pitchFamily="18" charset="0"/>
              </a:rPr>
              <a:t>initialState</a:t>
            </a:r>
            <a:r>
              <a:rPr lang="en-IN" sz="3000" smtClean="0">
                <a:latin typeface="Times New Roman" panose="02020603050405020304" pitchFamily="18" charset="0"/>
                <a:cs typeface="Times New Roman" panose="02020603050405020304" pitchFamily="18" charset="0"/>
              </a:rPr>
              <a:t> can </a:t>
            </a:r>
            <a:r>
              <a:rPr lang="en-IN" sz="3000" dirty="0">
                <a:latin typeface="Times New Roman" panose="02020603050405020304" pitchFamily="18" charset="0"/>
                <a:cs typeface="Times New Roman" panose="02020603050405020304" pitchFamily="18" charset="0"/>
              </a:rPr>
              <a:t>be a simple value but generally will contain an object. The </a:t>
            </a:r>
            <a:r>
              <a:rPr lang="en-IN" sz="3000" dirty="0" err="1">
                <a:latin typeface="Times New Roman" panose="02020603050405020304" pitchFamily="18" charset="0"/>
                <a:cs typeface="Times New Roman" panose="02020603050405020304" pitchFamily="18" charset="0"/>
              </a:rPr>
              <a:t>useReducer</a:t>
            </a:r>
            <a:r>
              <a:rPr lang="en-IN" sz="3000" dirty="0">
                <a:latin typeface="Times New Roman" panose="02020603050405020304" pitchFamily="18" charset="0"/>
                <a:cs typeface="Times New Roman" panose="02020603050405020304" pitchFamily="18" charset="0"/>
              </a:rPr>
              <a:t> Hook returns the current </a:t>
            </a:r>
            <a:r>
              <a:rPr lang="en-IN" sz="3000" dirty="0" smtClean="0">
                <a:latin typeface="Times New Roman" panose="02020603050405020304" pitchFamily="18" charset="0"/>
                <a:cs typeface="Times New Roman" panose="02020603050405020304" pitchFamily="18" charset="0"/>
              </a:rPr>
              <a:t>state and </a:t>
            </a:r>
            <a:r>
              <a:rPr lang="en-IN" sz="3000" dirty="0">
                <a:latin typeface="Times New Roman" panose="02020603050405020304" pitchFamily="18" charset="0"/>
                <a:cs typeface="Times New Roman" panose="02020603050405020304" pitchFamily="18" charset="0"/>
              </a:rPr>
              <a:t>a </a:t>
            </a:r>
            <a:r>
              <a:rPr lang="en-IN" sz="3000" dirty="0" smtClean="0">
                <a:latin typeface="Times New Roman" panose="02020603050405020304" pitchFamily="18" charset="0"/>
                <a:cs typeface="Times New Roman" panose="02020603050405020304" pitchFamily="18" charset="0"/>
              </a:rPr>
              <a:t>dispatch method</a:t>
            </a:r>
            <a:r>
              <a:rPr lang="en-IN" sz="3000" dirty="0">
                <a:latin typeface="Times New Roman" panose="02020603050405020304" pitchFamily="18" charset="0"/>
                <a:cs typeface="Times New Roman" panose="02020603050405020304" pitchFamily="18" charset="0"/>
              </a:rPr>
              <a:t>. </a:t>
            </a:r>
          </a:p>
          <a:p>
            <a:pPr marL="0" indent="0" algn="just">
              <a:buNone/>
            </a:pPr>
            <a:endParaRPr lang="en-IN" dirty="0"/>
          </a:p>
        </p:txBody>
      </p:sp>
    </p:spTree>
    <p:extLst>
      <p:ext uri="{BB962C8B-B14F-4D97-AF65-F5344CB8AC3E}">
        <p14:creationId xmlns:p14="http://schemas.microsoft.com/office/powerpoint/2010/main" val="2043251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a:xfrm>
            <a:off x="609600" y="773112"/>
            <a:ext cx="10972800" cy="6084887"/>
          </a:xfrm>
        </p:spPr>
        <p:txBody>
          <a:bodyPr/>
          <a:lstStyle/>
          <a:p>
            <a:pPr marL="0" indent="0">
              <a:buNone/>
            </a:pPr>
            <a:r>
              <a:rPr lang="en-IN" sz="2400" dirty="0">
                <a:latin typeface="Times New Roman" panose="02020603050405020304" pitchFamily="18" charset="0"/>
                <a:cs typeface="Times New Roman" panose="02020603050405020304" pitchFamily="18" charset="0"/>
              </a:rPr>
              <a:t>import React, { </a:t>
            </a:r>
            <a:r>
              <a:rPr lang="en-IN" sz="2400" dirty="0" err="1">
                <a:latin typeface="Times New Roman" panose="02020603050405020304" pitchFamily="18" charset="0"/>
                <a:cs typeface="Times New Roman" panose="02020603050405020304" pitchFamily="18" charset="0"/>
              </a:rPr>
              <a:t>useReducer</a:t>
            </a:r>
            <a:r>
              <a:rPr lang="en-IN" sz="2400" dirty="0">
                <a:latin typeface="Times New Roman" panose="02020603050405020304" pitchFamily="18" charset="0"/>
                <a:cs typeface="Times New Roman" panose="02020603050405020304" pitchFamily="18" charset="0"/>
              </a:rPr>
              <a:t> } from 'react';</a:t>
            </a:r>
          </a:p>
          <a:p>
            <a:pPr marL="0" indent="0">
              <a:buNone/>
            </a:pPr>
            <a:r>
              <a:rPr lang="en-IN" sz="2400" dirty="0" err="1">
                <a:latin typeface="Times New Roman" panose="02020603050405020304" pitchFamily="18" charset="0"/>
                <a:cs typeface="Times New Roman" panose="02020603050405020304" pitchFamily="18" charset="0"/>
              </a:rPr>
              <a:t>const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initialState</a:t>
            </a:r>
            <a:r>
              <a:rPr lang="en-IN" sz="2400" dirty="0">
                <a:latin typeface="Times New Roman" panose="02020603050405020304" pitchFamily="18" charset="0"/>
                <a:cs typeface="Times New Roman" panose="02020603050405020304" pitchFamily="18" charset="0"/>
              </a:rPr>
              <a:t> = { count: 0 };</a:t>
            </a:r>
          </a:p>
          <a:p>
            <a:pPr marL="0" indent="0">
              <a:buNone/>
            </a:pPr>
            <a:r>
              <a:rPr lang="en-IN" sz="2400" dirty="0">
                <a:latin typeface="Times New Roman" panose="02020603050405020304" pitchFamily="18" charset="0"/>
                <a:cs typeface="Times New Roman" panose="02020603050405020304" pitchFamily="18" charset="0"/>
              </a:rPr>
              <a:t>function reducer(state, action) {</a:t>
            </a:r>
          </a:p>
          <a:p>
            <a:pPr marL="0" indent="0">
              <a:buNone/>
            </a:pPr>
            <a:r>
              <a:rPr lang="en-IN" sz="2400" dirty="0">
                <a:latin typeface="Times New Roman" panose="02020603050405020304" pitchFamily="18" charset="0"/>
                <a:cs typeface="Times New Roman" panose="02020603050405020304" pitchFamily="18" charset="0"/>
              </a:rPr>
              <a:t>  switch (</a:t>
            </a:r>
            <a:r>
              <a:rPr lang="en-IN" sz="2400" dirty="0" err="1">
                <a:latin typeface="Times New Roman" panose="02020603050405020304" pitchFamily="18" charset="0"/>
                <a:cs typeface="Times New Roman" panose="02020603050405020304" pitchFamily="18" charset="0"/>
              </a:rPr>
              <a:t>action.type</a:t>
            </a: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    case 'increment':</a:t>
            </a:r>
          </a:p>
          <a:p>
            <a:pPr marL="0" indent="0">
              <a:buNone/>
            </a:pPr>
            <a:r>
              <a:rPr lang="en-IN" sz="2400" dirty="0">
                <a:latin typeface="Times New Roman" panose="02020603050405020304" pitchFamily="18" charset="0"/>
                <a:cs typeface="Times New Roman" panose="02020603050405020304" pitchFamily="18" charset="0"/>
              </a:rPr>
              <a:t>      return { count: </a:t>
            </a:r>
            <a:r>
              <a:rPr lang="en-IN" sz="2400" dirty="0" err="1">
                <a:latin typeface="Times New Roman" panose="02020603050405020304" pitchFamily="18" charset="0"/>
                <a:cs typeface="Times New Roman" panose="02020603050405020304" pitchFamily="18" charset="0"/>
              </a:rPr>
              <a:t>state.count</a:t>
            </a:r>
            <a:r>
              <a:rPr lang="en-IN" sz="2400" dirty="0">
                <a:latin typeface="Times New Roman" panose="02020603050405020304" pitchFamily="18" charset="0"/>
                <a:cs typeface="Times New Roman" panose="02020603050405020304" pitchFamily="18" charset="0"/>
              </a:rPr>
              <a:t> + 1 };</a:t>
            </a:r>
          </a:p>
          <a:p>
            <a:pPr marL="0" indent="0">
              <a:buNone/>
            </a:pPr>
            <a:r>
              <a:rPr lang="en-IN" sz="2400" dirty="0">
                <a:latin typeface="Times New Roman" panose="02020603050405020304" pitchFamily="18" charset="0"/>
                <a:cs typeface="Times New Roman" panose="02020603050405020304" pitchFamily="18" charset="0"/>
              </a:rPr>
              <a:t>    case 'decrement':</a:t>
            </a:r>
          </a:p>
          <a:p>
            <a:pPr marL="0" indent="0">
              <a:buNone/>
            </a:pPr>
            <a:r>
              <a:rPr lang="en-IN" sz="2400" dirty="0">
                <a:latin typeface="Times New Roman" panose="02020603050405020304" pitchFamily="18" charset="0"/>
                <a:cs typeface="Times New Roman" panose="02020603050405020304" pitchFamily="18" charset="0"/>
              </a:rPr>
              <a:t>      return { count: </a:t>
            </a:r>
            <a:r>
              <a:rPr lang="en-IN" sz="2400" dirty="0" err="1">
                <a:latin typeface="Times New Roman" panose="02020603050405020304" pitchFamily="18" charset="0"/>
                <a:cs typeface="Times New Roman" panose="02020603050405020304" pitchFamily="18" charset="0"/>
              </a:rPr>
              <a:t>state.count</a:t>
            </a:r>
            <a:r>
              <a:rPr lang="en-IN" sz="2400" dirty="0">
                <a:latin typeface="Times New Roman" panose="02020603050405020304" pitchFamily="18" charset="0"/>
                <a:cs typeface="Times New Roman" panose="02020603050405020304" pitchFamily="18" charset="0"/>
              </a:rPr>
              <a:t> - 1 };</a:t>
            </a:r>
          </a:p>
          <a:p>
            <a:pPr marL="0" indent="0">
              <a:buNone/>
            </a:pPr>
            <a:r>
              <a:rPr lang="en-IN" sz="2400" dirty="0">
                <a:latin typeface="Times New Roman" panose="02020603050405020304" pitchFamily="18" charset="0"/>
                <a:cs typeface="Times New Roman" panose="02020603050405020304" pitchFamily="18" charset="0"/>
              </a:rPr>
              <a:t>    case 'reset':</a:t>
            </a:r>
          </a:p>
          <a:p>
            <a:pPr marL="0" indent="0">
              <a:buNone/>
            </a:pPr>
            <a:r>
              <a:rPr lang="en-IN" sz="2400" dirty="0">
                <a:latin typeface="Times New Roman" panose="02020603050405020304" pitchFamily="18" charset="0"/>
                <a:cs typeface="Times New Roman" panose="02020603050405020304" pitchFamily="18" charset="0"/>
              </a:rPr>
              <a:t>      return { count: 0 };</a:t>
            </a:r>
          </a:p>
          <a:p>
            <a:pPr marL="0" indent="0">
              <a:buNone/>
            </a:pPr>
            <a:r>
              <a:rPr lang="en-IN" sz="2400" dirty="0">
                <a:latin typeface="Times New Roman" panose="02020603050405020304" pitchFamily="18" charset="0"/>
                <a:cs typeface="Times New Roman" panose="02020603050405020304" pitchFamily="18" charset="0"/>
              </a:rPr>
              <a:t>    default:</a:t>
            </a:r>
          </a:p>
          <a:p>
            <a:pPr marL="0" indent="0">
              <a:buNone/>
            </a:pPr>
            <a:r>
              <a:rPr lang="en-IN" sz="2400" dirty="0">
                <a:latin typeface="Times New Roman" panose="02020603050405020304" pitchFamily="18" charset="0"/>
                <a:cs typeface="Times New Roman" panose="02020603050405020304" pitchFamily="18" charset="0"/>
              </a:rPr>
              <a:t>      throw new Error();</a:t>
            </a:r>
          </a:p>
          <a:p>
            <a:pPr marL="0" indent="0">
              <a:buNone/>
            </a:pP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6224097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28613"/>
            <a:ext cx="10972800" cy="5799137"/>
          </a:xfrm>
        </p:spPr>
        <p:txBody>
          <a:bodyPr/>
          <a:lstStyle/>
          <a:p>
            <a:pPr marL="0" indent="0">
              <a:buNone/>
            </a:pPr>
            <a:r>
              <a:rPr lang="en-IN" sz="2400" dirty="0">
                <a:latin typeface="Times New Roman" panose="02020603050405020304" pitchFamily="18" charset="0"/>
                <a:cs typeface="Times New Roman" panose="02020603050405020304" pitchFamily="18" charset="0"/>
              </a:rPr>
              <a:t>function Counter() {</a:t>
            </a:r>
          </a:p>
          <a:p>
            <a:pPr marL="0"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const</a:t>
            </a:r>
            <a:r>
              <a:rPr lang="en-IN" sz="2400" dirty="0">
                <a:latin typeface="Times New Roman" panose="02020603050405020304" pitchFamily="18" charset="0"/>
                <a:cs typeface="Times New Roman" panose="02020603050405020304" pitchFamily="18" charset="0"/>
              </a:rPr>
              <a:t> [state, dispatch] = </a:t>
            </a:r>
            <a:r>
              <a:rPr lang="en-IN" sz="2400" dirty="0" err="1">
                <a:latin typeface="Times New Roman" panose="02020603050405020304" pitchFamily="18" charset="0"/>
                <a:cs typeface="Times New Roman" panose="02020603050405020304" pitchFamily="18" charset="0"/>
              </a:rPr>
              <a:t>useReducer</a:t>
            </a:r>
            <a:r>
              <a:rPr lang="en-IN" sz="2400" dirty="0">
                <a:latin typeface="Times New Roman" panose="02020603050405020304" pitchFamily="18" charset="0"/>
                <a:cs typeface="Times New Roman" panose="02020603050405020304" pitchFamily="18" charset="0"/>
              </a:rPr>
              <a:t>(reducer, </a:t>
            </a:r>
            <a:r>
              <a:rPr lang="en-IN" sz="2400" dirty="0" err="1">
                <a:latin typeface="Times New Roman" panose="02020603050405020304" pitchFamily="18" charset="0"/>
                <a:cs typeface="Times New Roman" panose="02020603050405020304" pitchFamily="18" charset="0"/>
              </a:rPr>
              <a:t>initialState</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  return (</a:t>
            </a:r>
          </a:p>
          <a:p>
            <a:pPr marL="0" indent="0">
              <a:buNone/>
            </a:pPr>
            <a:r>
              <a:rPr lang="en-IN" sz="2400" dirty="0">
                <a:latin typeface="Times New Roman" panose="02020603050405020304" pitchFamily="18" charset="0"/>
                <a:cs typeface="Times New Roman" panose="02020603050405020304" pitchFamily="18" charset="0"/>
              </a:rPr>
              <a:t>    &lt;div&gt;</a:t>
            </a:r>
          </a:p>
          <a:p>
            <a:pPr marL="0" indent="0">
              <a:buNone/>
            </a:pPr>
            <a:r>
              <a:rPr lang="en-IN" sz="2400" dirty="0">
                <a:latin typeface="Times New Roman" panose="02020603050405020304" pitchFamily="18" charset="0"/>
                <a:cs typeface="Times New Roman" panose="02020603050405020304" pitchFamily="18" charset="0"/>
              </a:rPr>
              <a:t>      &lt;p&gt;Count: {</a:t>
            </a:r>
            <a:r>
              <a:rPr lang="en-IN" sz="2400" dirty="0" err="1">
                <a:latin typeface="Times New Roman" panose="02020603050405020304" pitchFamily="18" charset="0"/>
                <a:cs typeface="Times New Roman" panose="02020603050405020304" pitchFamily="18" charset="0"/>
              </a:rPr>
              <a:t>state.count</a:t>
            </a:r>
            <a:r>
              <a:rPr lang="en-IN" sz="2400" dirty="0">
                <a:latin typeface="Times New Roman" panose="02020603050405020304" pitchFamily="18" charset="0"/>
                <a:cs typeface="Times New Roman" panose="02020603050405020304" pitchFamily="18" charset="0"/>
              </a:rPr>
              <a:t>}&lt;/p&gt;</a:t>
            </a:r>
          </a:p>
          <a:p>
            <a:pPr marL="0" indent="0">
              <a:buNone/>
            </a:pPr>
            <a:r>
              <a:rPr lang="en-IN" sz="2400" dirty="0">
                <a:latin typeface="Times New Roman" panose="02020603050405020304" pitchFamily="18" charset="0"/>
                <a:cs typeface="Times New Roman" panose="02020603050405020304" pitchFamily="18" charset="0"/>
              </a:rPr>
              <a:t>      &lt;button </a:t>
            </a:r>
            <a:r>
              <a:rPr lang="en-IN" sz="2400" dirty="0" err="1">
                <a:latin typeface="Times New Roman" panose="02020603050405020304" pitchFamily="18" charset="0"/>
                <a:cs typeface="Times New Roman" panose="02020603050405020304" pitchFamily="18" charset="0"/>
              </a:rPr>
              <a:t>onClick</a:t>
            </a:r>
            <a:r>
              <a:rPr lang="en-IN" sz="2400" dirty="0">
                <a:latin typeface="Times New Roman" panose="02020603050405020304" pitchFamily="18" charset="0"/>
                <a:cs typeface="Times New Roman" panose="02020603050405020304" pitchFamily="18" charset="0"/>
              </a:rPr>
              <a:t>={() =&gt; dispatch({ type: 'increment' })}&gt;Increment&lt;/button&gt;</a:t>
            </a:r>
          </a:p>
          <a:p>
            <a:pPr marL="0" indent="0">
              <a:buNone/>
            </a:pPr>
            <a:r>
              <a:rPr lang="en-IN" sz="2400" dirty="0">
                <a:latin typeface="Times New Roman" panose="02020603050405020304" pitchFamily="18" charset="0"/>
                <a:cs typeface="Times New Roman" panose="02020603050405020304" pitchFamily="18" charset="0"/>
              </a:rPr>
              <a:t>      &lt;button </a:t>
            </a:r>
            <a:r>
              <a:rPr lang="en-IN" sz="2400" dirty="0" err="1">
                <a:latin typeface="Times New Roman" panose="02020603050405020304" pitchFamily="18" charset="0"/>
                <a:cs typeface="Times New Roman" panose="02020603050405020304" pitchFamily="18" charset="0"/>
              </a:rPr>
              <a:t>onClick</a:t>
            </a:r>
            <a:r>
              <a:rPr lang="en-IN" sz="2400" dirty="0">
                <a:latin typeface="Times New Roman" panose="02020603050405020304" pitchFamily="18" charset="0"/>
                <a:cs typeface="Times New Roman" panose="02020603050405020304" pitchFamily="18" charset="0"/>
              </a:rPr>
              <a:t>={() =&gt; dispatch({ type: 'decrement' })}&gt;Decrement&lt;/button&gt;</a:t>
            </a:r>
          </a:p>
          <a:p>
            <a:pPr marL="0" indent="0">
              <a:buNone/>
            </a:pPr>
            <a:r>
              <a:rPr lang="en-IN" sz="2400" dirty="0">
                <a:latin typeface="Times New Roman" panose="02020603050405020304" pitchFamily="18" charset="0"/>
                <a:cs typeface="Times New Roman" panose="02020603050405020304" pitchFamily="18" charset="0"/>
              </a:rPr>
              <a:t>      &lt;button </a:t>
            </a:r>
            <a:r>
              <a:rPr lang="en-IN" sz="2400" dirty="0" err="1">
                <a:latin typeface="Times New Roman" panose="02020603050405020304" pitchFamily="18" charset="0"/>
                <a:cs typeface="Times New Roman" panose="02020603050405020304" pitchFamily="18" charset="0"/>
              </a:rPr>
              <a:t>onClick</a:t>
            </a:r>
            <a:r>
              <a:rPr lang="en-IN" sz="2400" dirty="0">
                <a:latin typeface="Times New Roman" panose="02020603050405020304" pitchFamily="18" charset="0"/>
                <a:cs typeface="Times New Roman" panose="02020603050405020304" pitchFamily="18" charset="0"/>
              </a:rPr>
              <a:t>={() =&gt; dispatch({ type: 'reset' })}&gt;Reset&lt;/button&gt;</a:t>
            </a:r>
          </a:p>
          <a:p>
            <a:pPr marL="0" indent="0">
              <a:buNone/>
            </a:pPr>
            <a:r>
              <a:rPr lang="en-IN" sz="2400" dirty="0">
                <a:latin typeface="Times New Roman" panose="02020603050405020304" pitchFamily="18" charset="0"/>
                <a:cs typeface="Times New Roman" panose="02020603050405020304" pitchFamily="18" charset="0"/>
              </a:rPr>
              <a:t>    &lt;/div&gt;</a:t>
            </a:r>
          </a:p>
          <a:p>
            <a:pPr marL="0" indent="0">
              <a:buNone/>
            </a:pPr>
            <a:r>
              <a:rPr lang="en-IN" sz="2400" dirty="0">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export default Counter;</a:t>
            </a:r>
          </a:p>
          <a:p>
            <a:pPr marL="0" indent="0">
              <a:buNone/>
            </a:pPr>
            <a:endParaRPr lang="en-IN" dirty="0"/>
          </a:p>
        </p:txBody>
      </p:sp>
    </p:spTree>
    <p:extLst>
      <p:ext uri="{BB962C8B-B14F-4D97-AF65-F5344CB8AC3E}">
        <p14:creationId xmlns:p14="http://schemas.microsoft.com/office/powerpoint/2010/main" val="2785957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useMemo</a:t>
            </a:r>
            <a:endParaRPr lang="en-IN" dirty="0"/>
          </a:p>
        </p:txBody>
      </p:sp>
      <p:sp>
        <p:nvSpPr>
          <p:cNvPr id="3" name="Content Placeholder 2"/>
          <p:cNvSpPr>
            <a:spLocks noGrp="1"/>
          </p:cNvSpPr>
          <p:nvPr>
            <p:ph idx="1"/>
          </p:nvPr>
        </p:nvSpPr>
        <p:spPr/>
        <p:txBody>
          <a:bodyPr/>
          <a:lstStyle/>
          <a:p>
            <a:pPr marL="0" indent="0" algn="just">
              <a:lnSpc>
                <a:spcPct val="150000"/>
              </a:lnSpc>
              <a:buNone/>
            </a:pPr>
            <a:r>
              <a:rPr lang="en-IN" dirty="0"/>
              <a:t>The React </a:t>
            </a:r>
            <a:r>
              <a:rPr lang="en-IN" dirty="0" err="1"/>
              <a:t>useMemo</a:t>
            </a:r>
            <a:r>
              <a:rPr lang="en-IN" dirty="0"/>
              <a:t> Hook returns a </a:t>
            </a:r>
            <a:r>
              <a:rPr lang="en-IN" dirty="0" err="1"/>
              <a:t>memoized</a:t>
            </a:r>
            <a:r>
              <a:rPr lang="en-IN" dirty="0"/>
              <a:t> value. The </a:t>
            </a:r>
            <a:r>
              <a:rPr lang="en-IN" dirty="0" err="1"/>
              <a:t>useMemo</a:t>
            </a:r>
            <a:r>
              <a:rPr lang="en-IN" dirty="0"/>
              <a:t> Hook only runs when one of its dependencies update. This can improve performance. The </a:t>
            </a:r>
            <a:r>
              <a:rPr lang="en-IN" dirty="0" err="1"/>
              <a:t>useMemo</a:t>
            </a:r>
            <a:r>
              <a:rPr lang="en-IN" dirty="0"/>
              <a:t> Hook can be used to keep expensive, resource intensive functions from needlessly running.</a:t>
            </a:r>
          </a:p>
          <a:p>
            <a:pPr marL="0" indent="0">
              <a:buNone/>
            </a:pPr>
            <a:endParaRPr lang="en-IN" dirty="0"/>
          </a:p>
        </p:txBody>
      </p:sp>
    </p:spTree>
    <p:extLst>
      <p:ext uri="{BB962C8B-B14F-4D97-AF65-F5344CB8AC3E}">
        <p14:creationId xmlns:p14="http://schemas.microsoft.com/office/powerpoint/2010/main" val="1976488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0"/>
            <a:ext cx="10972800" cy="6248400"/>
          </a:xfrm>
        </p:spPr>
        <p:txBody>
          <a:bodyPr/>
          <a:lstStyle/>
          <a:p>
            <a:pPr marL="0" indent="0">
              <a:buNone/>
            </a:pPr>
            <a:r>
              <a:rPr lang="en-IN" sz="1600" dirty="0">
                <a:latin typeface="Times New Roman" panose="02020603050405020304" pitchFamily="18" charset="0"/>
                <a:cs typeface="Times New Roman" panose="02020603050405020304" pitchFamily="18" charset="0"/>
              </a:rPr>
              <a:t>import React, { </a:t>
            </a:r>
            <a:r>
              <a:rPr lang="en-IN" sz="1600" dirty="0" err="1">
                <a:latin typeface="Times New Roman" panose="02020603050405020304" pitchFamily="18" charset="0"/>
                <a:cs typeface="Times New Roman" panose="02020603050405020304" pitchFamily="18" charset="0"/>
              </a:rPr>
              <a:t>useState</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useMemo</a:t>
            </a:r>
            <a:r>
              <a:rPr lang="en-IN" sz="1600" dirty="0">
                <a:latin typeface="Times New Roman" panose="02020603050405020304" pitchFamily="18" charset="0"/>
                <a:cs typeface="Times New Roman" panose="02020603050405020304" pitchFamily="18" charset="0"/>
              </a:rPr>
              <a:t> } from 'react</a:t>
            </a:r>
            <a:r>
              <a:rPr lang="en-IN"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function </a:t>
            </a:r>
            <a:r>
              <a:rPr lang="en-IN" sz="1600" dirty="0" err="1">
                <a:latin typeface="Times New Roman" panose="02020603050405020304" pitchFamily="18" charset="0"/>
                <a:cs typeface="Times New Roman" panose="02020603050405020304" pitchFamily="18" charset="0"/>
              </a:rPr>
              <a:t>expensiveCalculation</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num</a:t>
            </a:r>
            <a:r>
              <a:rPr lang="en-IN" sz="1600" dirty="0">
                <a:latin typeface="Times New Roman" panose="02020603050405020304" pitchFamily="18" charset="0"/>
                <a:cs typeface="Times New Roman" panose="02020603050405020304" pitchFamily="18" charset="0"/>
              </a:rPr>
              <a:t>) {</a:t>
            </a:r>
          </a:p>
          <a:p>
            <a:pPr marL="0" indent="0">
              <a:buNone/>
            </a:pPr>
            <a:r>
              <a:rPr lang="en-IN" sz="1600" dirty="0">
                <a:latin typeface="Times New Roman" panose="02020603050405020304" pitchFamily="18" charset="0"/>
                <a:cs typeface="Times New Roman" panose="02020603050405020304" pitchFamily="18" charset="0"/>
              </a:rPr>
              <a:t>  console.log('Calculating...');</a:t>
            </a:r>
          </a:p>
          <a:p>
            <a:pPr marL="0" indent="0">
              <a:buNone/>
            </a:pPr>
            <a:r>
              <a:rPr lang="en-IN" sz="1600" dirty="0">
                <a:latin typeface="Times New Roman" panose="02020603050405020304" pitchFamily="18" charset="0"/>
                <a:cs typeface="Times New Roman" panose="02020603050405020304" pitchFamily="18" charset="0"/>
              </a:rPr>
              <a:t>  for (let </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 0; </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&lt; 1000000000; </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  // Simulate a heavy task</a:t>
            </a:r>
          </a:p>
          <a:p>
            <a:pPr marL="0" indent="0">
              <a:buNone/>
            </a:pPr>
            <a:r>
              <a:rPr lang="en-IN" sz="1600" dirty="0">
                <a:latin typeface="Times New Roman" panose="02020603050405020304" pitchFamily="18" charset="0"/>
                <a:cs typeface="Times New Roman" panose="02020603050405020304" pitchFamily="18" charset="0"/>
              </a:rPr>
              <a:t>  return </a:t>
            </a:r>
            <a:r>
              <a:rPr lang="en-IN" sz="1600" dirty="0" err="1">
                <a:latin typeface="Times New Roman" panose="02020603050405020304" pitchFamily="18" charset="0"/>
                <a:cs typeface="Times New Roman" panose="02020603050405020304" pitchFamily="18" charset="0"/>
              </a:rPr>
              <a:t>num</a:t>
            </a:r>
            <a:r>
              <a:rPr lang="en-IN" sz="1600" dirty="0">
                <a:latin typeface="Times New Roman" panose="02020603050405020304" pitchFamily="18" charset="0"/>
                <a:cs typeface="Times New Roman" panose="02020603050405020304" pitchFamily="18" charset="0"/>
              </a:rPr>
              <a:t> * 2</a:t>
            </a:r>
            <a:r>
              <a:rPr lang="en-IN"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function </a:t>
            </a:r>
            <a:r>
              <a:rPr lang="en-IN" sz="1600" dirty="0" smtClean="0">
                <a:latin typeface="Times New Roman" panose="02020603050405020304" pitchFamily="18" charset="0"/>
                <a:cs typeface="Times New Roman" panose="02020603050405020304" pitchFamily="18" charset="0"/>
              </a:rPr>
              <a:t>App1() </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const</a:t>
            </a:r>
            <a:r>
              <a:rPr lang="en-IN" sz="1600" dirty="0">
                <a:latin typeface="Times New Roman" panose="02020603050405020304" pitchFamily="18" charset="0"/>
                <a:cs typeface="Times New Roman" panose="02020603050405020304" pitchFamily="18" charset="0"/>
              </a:rPr>
              <a:t> [count, </a:t>
            </a:r>
            <a:r>
              <a:rPr lang="en-IN" sz="1600" dirty="0" err="1">
                <a:latin typeface="Times New Roman" panose="02020603050405020304" pitchFamily="18" charset="0"/>
                <a:cs typeface="Times New Roman" panose="02020603050405020304" pitchFamily="18" charset="0"/>
              </a:rPr>
              <a:t>setCount</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useState</a:t>
            </a:r>
            <a:r>
              <a:rPr lang="en-IN" sz="1600" dirty="0">
                <a:latin typeface="Times New Roman" panose="02020603050405020304" pitchFamily="18" charset="0"/>
                <a:cs typeface="Times New Roman" panose="02020603050405020304" pitchFamily="18" charset="0"/>
              </a:rPr>
              <a:t>(0);</a:t>
            </a:r>
          </a:p>
          <a:p>
            <a:pPr marL="0" indent="0">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const</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inputValue</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setInputValue</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useState</a:t>
            </a:r>
            <a:r>
              <a:rPr lang="en-IN"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const</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doubledCount</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useMemo</a:t>
            </a:r>
            <a:r>
              <a:rPr lang="en-IN" sz="1600" dirty="0">
                <a:latin typeface="Times New Roman" panose="02020603050405020304" pitchFamily="18" charset="0"/>
                <a:cs typeface="Times New Roman" panose="02020603050405020304" pitchFamily="18" charset="0"/>
              </a:rPr>
              <a:t>(() =&gt; {</a:t>
            </a:r>
          </a:p>
          <a:p>
            <a:pPr marL="0" indent="0">
              <a:buNone/>
            </a:pPr>
            <a:r>
              <a:rPr lang="en-IN" sz="1600" dirty="0">
                <a:latin typeface="Times New Roman" panose="02020603050405020304" pitchFamily="18" charset="0"/>
                <a:cs typeface="Times New Roman" panose="02020603050405020304" pitchFamily="18" charset="0"/>
              </a:rPr>
              <a:t>    return </a:t>
            </a:r>
            <a:r>
              <a:rPr lang="en-IN" sz="1600" dirty="0" err="1">
                <a:latin typeface="Times New Roman" panose="02020603050405020304" pitchFamily="18" charset="0"/>
                <a:cs typeface="Times New Roman" panose="02020603050405020304" pitchFamily="18" charset="0"/>
              </a:rPr>
              <a:t>expensiveCalculation</a:t>
            </a:r>
            <a:r>
              <a:rPr lang="en-IN" sz="1600" dirty="0">
                <a:latin typeface="Times New Roman" panose="02020603050405020304" pitchFamily="18" charset="0"/>
                <a:cs typeface="Times New Roman" panose="02020603050405020304" pitchFamily="18" charset="0"/>
              </a:rPr>
              <a:t>(count);</a:t>
            </a:r>
          </a:p>
          <a:p>
            <a:pPr marL="0" indent="0">
              <a:buNone/>
            </a:pPr>
            <a:r>
              <a:rPr lang="en-IN" sz="1600" dirty="0">
                <a:latin typeface="Times New Roman" panose="02020603050405020304" pitchFamily="18" charset="0"/>
                <a:cs typeface="Times New Roman" panose="02020603050405020304" pitchFamily="18" charset="0"/>
              </a:rPr>
              <a:t>  }, [count]); </a:t>
            </a:r>
          </a:p>
          <a:p>
            <a:pPr marL="0" indent="0">
              <a:buNone/>
            </a:pP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return (</a:t>
            </a:r>
          </a:p>
          <a:p>
            <a:pPr marL="0" indent="0">
              <a:buNone/>
            </a:pPr>
            <a:r>
              <a:rPr lang="en-IN" sz="1600" dirty="0">
                <a:latin typeface="Times New Roman" panose="02020603050405020304" pitchFamily="18" charset="0"/>
                <a:cs typeface="Times New Roman" panose="02020603050405020304" pitchFamily="18" charset="0"/>
              </a:rPr>
              <a:t>    &lt;div</a:t>
            </a:r>
            <a:r>
              <a:rPr lang="en-IN" sz="1600" dirty="0" smtClean="0">
                <a:latin typeface="Times New Roman" panose="02020603050405020304" pitchFamily="18" charset="0"/>
                <a:cs typeface="Times New Roman" panose="02020603050405020304" pitchFamily="18" charset="0"/>
              </a:rPr>
              <a:t>&gt;&lt;</a:t>
            </a:r>
            <a:r>
              <a:rPr lang="en-IN" sz="1600" dirty="0">
                <a:latin typeface="Times New Roman" panose="02020603050405020304" pitchFamily="18" charset="0"/>
                <a:cs typeface="Times New Roman" panose="02020603050405020304" pitchFamily="18" charset="0"/>
              </a:rPr>
              <a:t>h1&gt;</a:t>
            </a:r>
            <a:r>
              <a:rPr lang="en-IN" sz="1600" dirty="0" err="1">
                <a:latin typeface="Times New Roman" panose="02020603050405020304" pitchFamily="18" charset="0"/>
                <a:cs typeface="Times New Roman" panose="02020603050405020304" pitchFamily="18" charset="0"/>
              </a:rPr>
              <a:t>useMemo</a:t>
            </a:r>
            <a:r>
              <a:rPr lang="en-IN" sz="1600" dirty="0">
                <a:latin typeface="Times New Roman" panose="02020603050405020304" pitchFamily="18" charset="0"/>
                <a:cs typeface="Times New Roman" panose="02020603050405020304" pitchFamily="18" charset="0"/>
              </a:rPr>
              <a:t> Example&lt;/h1&gt;</a:t>
            </a:r>
          </a:p>
          <a:p>
            <a:pPr marL="0" indent="0">
              <a:buNone/>
            </a:pPr>
            <a:r>
              <a:rPr lang="en-IN" sz="1600" dirty="0">
                <a:latin typeface="Times New Roman" panose="02020603050405020304" pitchFamily="18" charset="0"/>
                <a:cs typeface="Times New Roman" panose="02020603050405020304" pitchFamily="18" charset="0"/>
              </a:rPr>
              <a:t>      &lt;p&gt;Count: {count}&lt;/p&gt;</a:t>
            </a:r>
          </a:p>
          <a:p>
            <a:pPr marL="0" indent="0">
              <a:buNone/>
            </a:pPr>
            <a:r>
              <a:rPr lang="en-IN" sz="1600" dirty="0">
                <a:latin typeface="Times New Roman" panose="02020603050405020304" pitchFamily="18" charset="0"/>
                <a:cs typeface="Times New Roman" panose="02020603050405020304" pitchFamily="18" charset="0"/>
              </a:rPr>
              <a:t>      &lt;p&gt;Expensive calculation result (doubled count): {</a:t>
            </a:r>
            <a:r>
              <a:rPr lang="en-IN" sz="1600" dirty="0" err="1">
                <a:latin typeface="Times New Roman" panose="02020603050405020304" pitchFamily="18" charset="0"/>
                <a:cs typeface="Times New Roman" panose="02020603050405020304" pitchFamily="18" charset="0"/>
              </a:rPr>
              <a:t>doubledCount</a:t>
            </a:r>
            <a:r>
              <a:rPr lang="en-IN" sz="1600" dirty="0">
                <a:latin typeface="Times New Roman" panose="02020603050405020304" pitchFamily="18" charset="0"/>
                <a:cs typeface="Times New Roman" panose="02020603050405020304" pitchFamily="18" charset="0"/>
              </a:rPr>
              <a:t>}&lt;/p&gt;</a:t>
            </a:r>
          </a:p>
          <a:p>
            <a:pPr marL="0" indent="0">
              <a:buNone/>
            </a:pPr>
            <a:r>
              <a:rPr lang="en-IN" sz="1600" dirty="0">
                <a:latin typeface="Times New Roman" panose="02020603050405020304" pitchFamily="18" charset="0"/>
                <a:cs typeface="Times New Roman" panose="02020603050405020304" pitchFamily="18" charset="0"/>
              </a:rPr>
              <a:t>      &lt;button </a:t>
            </a:r>
            <a:r>
              <a:rPr lang="en-IN" sz="1600" dirty="0" err="1">
                <a:latin typeface="Times New Roman" panose="02020603050405020304" pitchFamily="18" charset="0"/>
                <a:cs typeface="Times New Roman" panose="02020603050405020304" pitchFamily="18" charset="0"/>
              </a:rPr>
              <a:t>onClick</a:t>
            </a:r>
            <a:r>
              <a:rPr lang="en-IN" sz="1600" dirty="0">
                <a:latin typeface="Times New Roman" panose="02020603050405020304" pitchFamily="18" charset="0"/>
                <a:cs typeface="Times New Roman" panose="02020603050405020304" pitchFamily="18" charset="0"/>
              </a:rPr>
              <a:t>={() =&gt; </a:t>
            </a:r>
            <a:r>
              <a:rPr lang="en-IN" sz="1600" dirty="0" err="1">
                <a:latin typeface="Times New Roman" panose="02020603050405020304" pitchFamily="18" charset="0"/>
                <a:cs typeface="Times New Roman" panose="02020603050405020304" pitchFamily="18" charset="0"/>
              </a:rPr>
              <a:t>setCount</a:t>
            </a:r>
            <a:r>
              <a:rPr lang="en-IN" sz="1600" dirty="0">
                <a:latin typeface="Times New Roman" panose="02020603050405020304" pitchFamily="18" charset="0"/>
                <a:cs typeface="Times New Roman" panose="02020603050405020304" pitchFamily="18" charset="0"/>
              </a:rPr>
              <a:t>(count + 1)}&gt;Increment Count&lt;/button</a:t>
            </a:r>
            <a:r>
              <a:rPr lang="en-IN" sz="1600" dirty="0" smtClean="0">
                <a:latin typeface="Times New Roman" panose="02020603050405020304" pitchFamily="18" charset="0"/>
                <a:cs typeface="Times New Roman" panose="02020603050405020304" pitchFamily="18" charset="0"/>
              </a:rPr>
              <a:t>&gt;</a:t>
            </a:r>
          </a:p>
          <a:p>
            <a:pPr marL="0" indent="0">
              <a:buNone/>
            </a:pP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&lt;</a:t>
            </a:r>
            <a:r>
              <a:rPr lang="en-IN" sz="1600" dirty="0" smtClean="0">
                <a:latin typeface="Times New Roman" panose="02020603050405020304" pitchFamily="18" charset="0"/>
                <a:cs typeface="Times New Roman" panose="02020603050405020304" pitchFamily="18" charset="0"/>
              </a:rPr>
              <a:t>input </a:t>
            </a:r>
            <a:r>
              <a:rPr lang="en-IN" sz="1600" dirty="0">
                <a:latin typeface="Times New Roman" panose="02020603050405020304" pitchFamily="18" charset="0"/>
                <a:cs typeface="Times New Roman" panose="02020603050405020304" pitchFamily="18" charset="0"/>
              </a:rPr>
              <a:t>type="</a:t>
            </a:r>
            <a:r>
              <a:rPr lang="en-IN" sz="1600" dirty="0" smtClean="0">
                <a:latin typeface="Times New Roman" panose="02020603050405020304" pitchFamily="18" charset="0"/>
                <a:cs typeface="Times New Roman" panose="02020603050405020304" pitchFamily="18" charset="0"/>
              </a:rPr>
              <a:t>text“ value</a:t>
            </a:r>
            <a:r>
              <a:rPr lang="en-IN" sz="1600" dirty="0">
                <a:latin typeface="Times New Roman" panose="02020603050405020304" pitchFamily="18" charset="0"/>
                <a:cs typeface="Times New Roman" panose="02020603050405020304" pitchFamily="18" charset="0"/>
              </a:rPr>
              <a:t>={</a:t>
            </a:r>
            <a:r>
              <a:rPr lang="en-IN" sz="1600" dirty="0" err="1" smtClean="0">
                <a:latin typeface="Times New Roman" panose="02020603050405020304" pitchFamily="18" charset="0"/>
                <a:cs typeface="Times New Roman" panose="02020603050405020304" pitchFamily="18" charset="0"/>
              </a:rPr>
              <a:t>inputValue</a:t>
            </a:r>
            <a:r>
              <a:rPr lang="en-IN" sz="1600" dirty="0" smtClean="0">
                <a:latin typeface="Times New Roman" panose="02020603050405020304" pitchFamily="18" charset="0"/>
                <a:cs typeface="Times New Roman" panose="02020603050405020304" pitchFamily="18" charset="0"/>
              </a:rPr>
              <a:t>} </a:t>
            </a:r>
            <a:r>
              <a:rPr lang="en-IN" sz="1600" dirty="0" err="1" smtClean="0">
                <a:latin typeface="Times New Roman" panose="02020603050405020304" pitchFamily="18" charset="0"/>
                <a:cs typeface="Times New Roman" panose="02020603050405020304" pitchFamily="18" charset="0"/>
              </a:rPr>
              <a:t>onChange</a:t>
            </a:r>
            <a:r>
              <a:rPr lang="en-IN" sz="1600" dirty="0">
                <a:latin typeface="Times New Roman" panose="02020603050405020304" pitchFamily="18" charset="0"/>
                <a:cs typeface="Times New Roman" panose="02020603050405020304" pitchFamily="18" charset="0"/>
              </a:rPr>
              <a:t>={(e) =&gt; </a:t>
            </a:r>
            <a:r>
              <a:rPr lang="en-IN" sz="1600" dirty="0" err="1">
                <a:latin typeface="Times New Roman" panose="02020603050405020304" pitchFamily="18" charset="0"/>
                <a:cs typeface="Times New Roman" panose="02020603050405020304" pitchFamily="18" charset="0"/>
              </a:rPr>
              <a:t>setInputValue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e.target.value</a:t>
            </a:r>
            <a:r>
              <a:rPr lang="en-IN" sz="1600" dirty="0" smtClean="0">
                <a:latin typeface="Times New Roman" panose="02020603050405020304" pitchFamily="18" charset="0"/>
                <a:cs typeface="Times New Roman" panose="02020603050405020304" pitchFamily="18" charset="0"/>
              </a:rPr>
              <a:t>)} placeholder="Type something /&gt;</a:t>
            </a: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      &lt;p&gt;Typed text: {</a:t>
            </a:r>
            <a:r>
              <a:rPr lang="en-IN" sz="1600" dirty="0" err="1">
                <a:latin typeface="Times New Roman" panose="02020603050405020304" pitchFamily="18" charset="0"/>
                <a:cs typeface="Times New Roman" panose="02020603050405020304" pitchFamily="18" charset="0"/>
              </a:rPr>
              <a:t>inputValue</a:t>
            </a:r>
            <a:r>
              <a:rPr lang="en-IN" sz="1600" dirty="0">
                <a:latin typeface="Times New Roman" panose="02020603050405020304" pitchFamily="18" charset="0"/>
                <a:cs typeface="Times New Roman" panose="02020603050405020304" pitchFamily="18" charset="0"/>
              </a:rPr>
              <a:t>}&lt;/p&gt;</a:t>
            </a:r>
          </a:p>
          <a:p>
            <a:pPr marL="0" indent="0">
              <a:buNone/>
            </a:pPr>
            <a:r>
              <a:rPr lang="en-IN" sz="1600" dirty="0">
                <a:latin typeface="Times New Roman" panose="02020603050405020304" pitchFamily="18" charset="0"/>
                <a:cs typeface="Times New Roman" panose="02020603050405020304" pitchFamily="18" charset="0"/>
              </a:rPr>
              <a:t>    &lt;/div</a:t>
            </a:r>
            <a:r>
              <a:rPr lang="en-IN" sz="1600" dirty="0" smtClean="0">
                <a:latin typeface="Times New Roman" panose="02020603050405020304" pitchFamily="18" charset="0"/>
                <a:cs typeface="Times New Roman" panose="02020603050405020304" pitchFamily="18" charset="0"/>
              </a:rPr>
              <a:t>&gt; );}export </a:t>
            </a:r>
            <a:r>
              <a:rPr lang="en-IN" sz="1600" dirty="0">
                <a:latin typeface="Times New Roman" panose="02020603050405020304" pitchFamily="18" charset="0"/>
                <a:cs typeface="Times New Roman" panose="02020603050405020304" pitchFamily="18" charset="0"/>
              </a:rPr>
              <a:t>default </a:t>
            </a:r>
            <a:r>
              <a:rPr lang="en-IN" sz="1600" dirty="0" smtClean="0">
                <a:latin typeface="Times New Roman" panose="02020603050405020304" pitchFamily="18" charset="0"/>
                <a:cs typeface="Times New Roman" panose="02020603050405020304" pitchFamily="18" charset="0"/>
              </a:rPr>
              <a:t>App1;</a:t>
            </a:r>
            <a:endParaRPr lang="en-IN" sz="16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3545589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err="1">
                <a:latin typeface="Times New Roman" panose="02020603050405020304" pitchFamily="18" charset="0"/>
                <a:cs typeface="Times New Roman" panose="02020603050405020304" pitchFamily="18" charset="0"/>
              </a:rPr>
              <a:t>useCallback</a:t>
            </a:r>
            <a:endParaRPr lang="en-IN" dirty="0"/>
          </a:p>
        </p:txBody>
      </p:sp>
      <p:sp>
        <p:nvSpPr>
          <p:cNvPr id="4" name="Rectangle 1"/>
          <p:cNvSpPr>
            <a:spLocks noGrp="1" noChangeArrowheads="1"/>
          </p:cNvSpPr>
          <p:nvPr>
            <p:ph idx="1"/>
          </p:nvPr>
        </p:nvSpPr>
        <p:spPr bwMode="auto">
          <a:xfrm>
            <a:off x="609602" y="746385"/>
            <a:ext cx="11371384" cy="5809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 React, </a:t>
            </a:r>
            <a:r>
              <a:rPr kumimoji="0" lang="en-US" altLang="en-US" sz="36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useCallback</a:t>
            </a:r>
            <a:r>
              <a:rPr kumimoji="0" lang="en-US" alt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a hook used to </a:t>
            </a:r>
            <a:r>
              <a:rPr kumimoji="0" lang="en-US" altLang="en-US" sz="36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memoize</a:t>
            </a:r>
            <a:r>
              <a:rPr kumimoji="0" lang="en-US" alt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functions. It's primarily used to optimize performance by ensuring that a function is not re-created on every render unless its dependencies change. This can be useful when passing functions to child components, especially if the child components rely on </a:t>
            </a:r>
            <a:r>
              <a:rPr kumimoji="0" lang="en-US" altLang="en-US" sz="36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React.memo</a:t>
            </a:r>
            <a:r>
              <a:rPr kumimoji="0" lang="en-US" altLang="en-US" sz="3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preventing unnecessary re-renders. </a:t>
            </a:r>
          </a:p>
        </p:txBody>
      </p:sp>
    </p:spTree>
    <p:extLst>
      <p:ext uri="{BB962C8B-B14F-4D97-AF65-F5344CB8AC3E}">
        <p14:creationId xmlns:p14="http://schemas.microsoft.com/office/powerpoint/2010/main" val="20235000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 1</a:t>
            </a:r>
            <a:endParaRPr lang="en-IN" dirty="0"/>
          </a:p>
        </p:txBody>
      </p:sp>
      <p:sp>
        <p:nvSpPr>
          <p:cNvPr id="3" name="Content Placeholder 2"/>
          <p:cNvSpPr>
            <a:spLocks noGrp="1"/>
          </p:cNvSpPr>
          <p:nvPr>
            <p:ph idx="1"/>
          </p:nvPr>
        </p:nvSpPr>
        <p:spPr>
          <a:xfrm>
            <a:off x="609600" y="773112"/>
            <a:ext cx="10972800" cy="5909041"/>
          </a:xfrm>
        </p:spPr>
        <p:txBody>
          <a:bodyPr/>
          <a:lstStyle/>
          <a:p>
            <a:pPr marL="0" indent="0">
              <a:buNone/>
            </a:pPr>
            <a:r>
              <a:rPr lang="en-IN" sz="2600" dirty="0">
                <a:latin typeface="Times New Roman" panose="02020603050405020304" pitchFamily="18" charset="0"/>
                <a:cs typeface="Times New Roman" panose="02020603050405020304" pitchFamily="18" charset="0"/>
              </a:rPr>
              <a:t>import React, { </a:t>
            </a:r>
            <a:r>
              <a:rPr lang="en-IN" sz="2600" dirty="0" err="1">
                <a:latin typeface="Times New Roman" panose="02020603050405020304" pitchFamily="18" charset="0"/>
                <a:cs typeface="Times New Roman" panose="02020603050405020304" pitchFamily="18" charset="0"/>
              </a:rPr>
              <a:t>useState</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useCallback</a:t>
            </a:r>
            <a:r>
              <a:rPr lang="en-IN" sz="2600" dirty="0">
                <a:latin typeface="Times New Roman" panose="02020603050405020304" pitchFamily="18" charset="0"/>
                <a:cs typeface="Times New Roman" panose="02020603050405020304" pitchFamily="18" charset="0"/>
              </a:rPr>
              <a:t> } from "react";</a:t>
            </a:r>
          </a:p>
          <a:p>
            <a:pPr marL="0" indent="0">
              <a:buNone/>
            </a:pPr>
            <a:r>
              <a:rPr lang="en-IN" sz="2600" dirty="0" err="1" smtClean="0">
                <a:latin typeface="Times New Roman" panose="02020603050405020304" pitchFamily="18" charset="0"/>
                <a:cs typeface="Times New Roman" panose="02020603050405020304" pitchFamily="18" charset="0"/>
              </a:rPr>
              <a:t>const</a:t>
            </a:r>
            <a:r>
              <a:rPr lang="en-IN" sz="2600" dirty="0" smtClean="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Counter = () =&gt; {</a:t>
            </a:r>
          </a:p>
          <a:p>
            <a:pPr marL="0" indent="0">
              <a:buNone/>
            </a:pP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const</a:t>
            </a:r>
            <a:r>
              <a:rPr lang="en-IN" sz="2600" dirty="0">
                <a:latin typeface="Times New Roman" panose="02020603050405020304" pitchFamily="18" charset="0"/>
                <a:cs typeface="Times New Roman" panose="02020603050405020304" pitchFamily="18" charset="0"/>
              </a:rPr>
              <a:t> [count, </a:t>
            </a:r>
            <a:r>
              <a:rPr lang="en-IN" sz="2600" dirty="0" err="1">
                <a:latin typeface="Times New Roman" panose="02020603050405020304" pitchFamily="18" charset="0"/>
                <a:cs typeface="Times New Roman" panose="02020603050405020304" pitchFamily="18" charset="0"/>
              </a:rPr>
              <a:t>setCount</a:t>
            </a:r>
            <a:r>
              <a:rPr lang="en-IN" sz="2600" dirty="0">
                <a:latin typeface="Times New Roman" panose="02020603050405020304" pitchFamily="18" charset="0"/>
                <a:cs typeface="Times New Roman" panose="02020603050405020304" pitchFamily="18" charset="0"/>
              </a:rPr>
              <a:t>] = </a:t>
            </a:r>
            <a:r>
              <a:rPr lang="en-IN" sz="2600" dirty="0" err="1">
                <a:latin typeface="Times New Roman" panose="02020603050405020304" pitchFamily="18" charset="0"/>
                <a:cs typeface="Times New Roman" panose="02020603050405020304" pitchFamily="18" charset="0"/>
              </a:rPr>
              <a:t>useState</a:t>
            </a:r>
            <a:r>
              <a:rPr lang="en-IN" sz="2600" dirty="0">
                <a:latin typeface="Times New Roman" panose="02020603050405020304" pitchFamily="18" charset="0"/>
                <a:cs typeface="Times New Roman" panose="02020603050405020304" pitchFamily="18" charset="0"/>
              </a:rPr>
              <a:t>(0);</a:t>
            </a:r>
          </a:p>
          <a:p>
            <a:pPr marL="0" indent="0">
              <a:buNone/>
            </a:pPr>
            <a:r>
              <a:rPr lang="en-IN" sz="2600" dirty="0" smtClean="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const</a:t>
            </a:r>
            <a:r>
              <a:rPr lang="en-IN" sz="2600" dirty="0">
                <a:latin typeface="Times New Roman" panose="02020603050405020304" pitchFamily="18" charset="0"/>
                <a:cs typeface="Times New Roman" panose="02020603050405020304" pitchFamily="18" charset="0"/>
              </a:rPr>
              <a:t> increment = </a:t>
            </a:r>
            <a:r>
              <a:rPr lang="en-IN" sz="2600" dirty="0" err="1">
                <a:latin typeface="Times New Roman" panose="02020603050405020304" pitchFamily="18" charset="0"/>
                <a:cs typeface="Times New Roman" panose="02020603050405020304" pitchFamily="18" charset="0"/>
              </a:rPr>
              <a:t>useCallback</a:t>
            </a:r>
            <a:r>
              <a:rPr lang="en-IN" sz="2600" dirty="0">
                <a:latin typeface="Times New Roman" panose="02020603050405020304" pitchFamily="18" charset="0"/>
                <a:cs typeface="Times New Roman" panose="02020603050405020304" pitchFamily="18" charset="0"/>
              </a:rPr>
              <a:t>(() =&gt; {</a:t>
            </a:r>
          </a:p>
          <a:p>
            <a:pPr marL="0" indent="0">
              <a:buNone/>
            </a:pP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setCount</a:t>
            </a:r>
            <a:r>
              <a:rPr lang="en-IN" sz="2600" dirty="0">
                <a:latin typeface="Times New Roman" panose="02020603050405020304" pitchFamily="18" charset="0"/>
                <a:cs typeface="Times New Roman" panose="02020603050405020304" pitchFamily="18" charset="0"/>
              </a:rPr>
              <a:t>((</a:t>
            </a:r>
            <a:r>
              <a:rPr lang="en-IN" sz="2600" dirty="0" err="1">
                <a:latin typeface="Times New Roman" panose="02020603050405020304" pitchFamily="18" charset="0"/>
                <a:cs typeface="Times New Roman" panose="02020603050405020304" pitchFamily="18" charset="0"/>
              </a:rPr>
              <a:t>prevCount</a:t>
            </a:r>
            <a:r>
              <a:rPr lang="en-IN" sz="2600" dirty="0">
                <a:latin typeface="Times New Roman" panose="02020603050405020304" pitchFamily="18" charset="0"/>
                <a:cs typeface="Times New Roman" panose="02020603050405020304" pitchFamily="18" charset="0"/>
              </a:rPr>
              <a:t>) =&gt; </a:t>
            </a:r>
            <a:r>
              <a:rPr lang="en-IN" sz="2600" dirty="0" err="1">
                <a:latin typeface="Times New Roman" panose="02020603050405020304" pitchFamily="18" charset="0"/>
                <a:cs typeface="Times New Roman" panose="02020603050405020304" pitchFamily="18" charset="0"/>
              </a:rPr>
              <a:t>prevCount</a:t>
            </a:r>
            <a:r>
              <a:rPr lang="en-IN" sz="2600" dirty="0">
                <a:latin typeface="Times New Roman" panose="02020603050405020304" pitchFamily="18" charset="0"/>
                <a:cs typeface="Times New Roman" panose="02020603050405020304" pitchFamily="18" charset="0"/>
              </a:rPr>
              <a:t> + 1);</a:t>
            </a:r>
          </a:p>
          <a:p>
            <a:pPr marL="0" indent="0">
              <a:buNone/>
            </a:pPr>
            <a:r>
              <a:rPr lang="en-IN" sz="2600" dirty="0">
                <a:latin typeface="Times New Roman" panose="02020603050405020304" pitchFamily="18" charset="0"/>
                <a:cs typeface="Times New Roman" panose="02020603050405020304" pitchFamily="18" charset="0"/>
              </a:rPr>
              <a:t>  }, []);</a:t>
            </a:r>
          </a:p>
          <a:p>
            <a:pPr marL="0" indent="0">
              <a:buNone/>
            </a:pPr>
            <a:r>
              <a:rPr lang="en-IN" sz="2600" dirty="0" smtClean="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return (</a:t>
            </a:r>
          </a:p>
          <a:p>
            <a:pPr marL="0" indent="0">
              <a:buNone/>
            </a:pPr>
            <a:r>
              <a:rPr lang="en-IN" sz="2600" dirty="0">
                <a:latin typeface="Times New Roman" panose="02020603050405020304" pitchFamily="18" charset="0"/>
                <a:cs typeface="Times New Roman" panose="02020603050405020304" pitchFamily="18" charset="0"/>
              </a:rPr>
              <a:t>    &lt;div</a:t>
            </a:r>
            <a:r>
              <a:rPr lang="en-IN" sz="2600" dirty="0" smtClean="0">
                <a:latin typeface="Times New Roman" panose="02020603050405020304" pitchFamily="18" charset="0"/>
                <a:cs typeface="Times New Roman" panose="02020603050405020304" pitchFamily="18" charset="0"/>
              </a:rPr>
              <a:t>&gt; </a:t>
            </a:r>
            <a:r>
              <a:rPr lang="en-IN" sz="2600" dirty="0">
                <a:latin typeface="Times New Roman" panose="02020603050405020304" pitchFamily="18" charset="0"/>
                <a:cs typeface="Times New Roman" panose="02020603050405020304" pitchFamily="18" charset="0"/>
              </a:rPr>
              <a:t>&lt;h1&gt;{count}&lt;/h1&gt;</a:t>
            </a:r>
          </a:p>
          <a:p>
            <a:pPr marL="0" indent="0">
              <a:buNone/>
            </a:pPr>
            <a:r>
              <a:rPr lang="en-IN" sz="2600" dirty="0">
                <a:latin typeface="Times New Roman" panose="02020603050405020304" pitchFamily="18" charset="0"/>
                <a:cs typeface="Times New Roman" panose="02020603050405020304" pitchFamily="18" charset="0"/>
              </a:rPr>
              <a:t>      &lt;button </a:t>
            </a:r>
            <a:r>
              <a:rPr lang="en-IN" sz="2600" dirty="0" err="1">
                <a:latin typeface="Times New Roman" panose="02020603050405020304" pitchFamily="18" charset="0"/>
                <a:cs typeface="Times New Roman" panose="02020603050405020304" pitchFamily="18" charset="0"/>
              </a:rPr>
              <a:t>onClick</a:t>
            </a:r>
            <a:r>
              <a:rPr lang="en-IN" sz="2600" dirty="0">
                <a:latin typeface="Times New Roman" panose="02020603050405020304" pitchFamily="18" charset="0"/>
                <a:cs typeface="Times New Roman" panose="02020603050405020304" pitchFamily="18" charset="0"/>
              </a:rPr>
              <a:t>={increment}&gt;Increment&lt;/button&gt;</a:t>
            </a:r>
          </a:p>
          <a:p>
            <a:pPr marL="0" indent="0">
              <a:buNone/>
            </a:pPr>
            <a:r>
              <a:rPr lang="en-IN" sz="2600" dirty="0">
                <a:latin typeface="Times New Roman" panose="02020603050405020304" pitchFamily="18" charset="0"/>
                <a:cs typeface="Times New Roman" panose="02020603050405020304" pitchFamily="18" charset="0"/>
              </a:rPr>
              <a:t>    &lt;/div&gt;</a:t>
            </a:r>
          </a:p>
          <a:p>
            <a:pPr marL="0" indent="0">
              <a:buNone/>
            </a:pPr>
            <a:r>
              <a:rPr lang="en-IN" sz="2600" dirty="0">
                <a:latin typeface="Times New Roman" panose="02020603050405020304" pitchFamily="18" charset="0"/>
                <a:cs typeface="Times New Roman" panose="02020603050405020304" pitchFamily="18" charset="0"/>
              </a:rPr>
              <a:t>  </a:t>
            </a:r>
            <a:r>
              <a:rPr lang="en-IN" sz="2600" dirty="0" smtClean="0">
                <a:latin typeface="Times New Roman" panose="02020603050405020304" pitchFamily="18" charset="0"/>
                <a:cs typeface="Times New Roman" panose="02020603050405020304" pitchFamily="18" charset="0"/>
              </a:rPr>
              <a:t>);   };</a:t>
            </a:r>
            <a:endParaRPr lang="en-IN" sz="2600" dirty="0">
              <a:latin typeface="Times New Roman" panose="02020603050405020304" pitchFamily="18" charset="0"/>
              <a:cs typeface="Times New Roman" panose="02020603050405020304" pitchFamily="18" charset="0"/>
            </a:endParaRPr>
          </a:p>
          <a:p>
            <a:pPr marL="0" indent="0">
              <a:buNone/>
            </a:pPr>
            <a:r>
              <a:rPr lang="en-IN" sz="2600" dirty="0" smtClean="0">
                <a:latin typeface="Times New Roman" panose="02020603050405020304" pitchFamily="18" charset="0"/>
                <a:cs typeface="Times New Roman" panose="02020603050405020304" pitchFamily="18" charset="0"/>
              </a:rPr>
              <a:t>export </a:t>
            </a:r>
            <a:r>
              <a:rPr lang="en-IN" sz="2600" dirty="0">
                <a:latin typeface="Times New Roman" panose="02020603050405020304" pitchFamily="18" charset="0"/>
                <a:cs typeface="Times New Roman" panose="02020603050405020304" pitchFamily="18" charset="0"/>
              </a:rPr>
              <a:t>default Counter;</a:t>
            </a:r>
          </a:p>
          <a:p>
            <a:pPr marL="0" indent="0">
              <a:buNone/>
            </a:pPr>
            <a:endParaRPr lang="en-IN" dirty="0"/>
          </a:p>
        </p:txBody>
      </p:sp>
    </p:spTree>
    <p:extLst>
      <p:ext uri="{BB962C8B-B14F-4D97-AF65-F5344CB8AC3E}">
        <p14:creationId xmlns:p14="http://schemas.microsoft.com/office/powerpoint/2010/main" val="5912351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useRef</a:t>
            </a:r>
            <a:endParaRPr lang="en-IN" dirty="0"/>
          </a:p>
        </p:txBody>
      </p:sp>
      <p:sp>
        <p:nvSpPr>
          <p:cNvPr id="3" name="Content Placeholder 2"/>
          <p:cNvSpPr>
            <a:spLocks noGrp="1"/>
          </p:cNvSpPr>
          <p:nvPr>
            <p:ph idx="1"/>
          </p:nvPr>
        </p:nvSpPr>
        <p:spPr>
          <a:xfrm>
            <a:off x="609600" y="773113"/>
            <a:ext cx="10972800" cy="5662856"/>
          </a:xfrm>
        </p:spPr>
        <p:txBody>
          <a:bodyPr/>
          <a:lstStyle/>
          <a:p>
            <a:pPr marL="0" indent="0" algn="just">
              <a:buNone/>
            </a:pPr>
            <a:r>
              <a:rPr lang="en-IN" sz="2800" dirty="0">
                <a:latin typeface="Times New Roman" panose="02020603050405020304" pitchFamily="18" charset="0"/>
                <a:cs typeface="Times New Roman" panose="02020603050405020304" pitchFamily="18" charset="0"/>
              </a:rPr>
              <a:t>Reference hooks are commonly used in React, a popular JavaScript library for building user interfaces, to manage references to DOM elements or values that persist across re-renders.</a:t>
            </a:r>
          </a:p>
          <a:p>
            <a:pPr lvl="0" algn="just"/>
            <a:r>
              <a:rPr lang="en-IN" sz="2800" b="1" dirty="0" err="1">
                <a:latin typeface="Times New Roman" panose="02020603050405020304" pitchFamily="18" charset="0"/>
                <a:cs typeface="Times New Roman" panose="02020603050405020304" pitchFamily="18" charset="0"/>
              </a:rPr>
              <a:t>useRef</a:t>
            </a:r>
            <a:r>
              <a:rPr lang="en-IN" sz="2800" dirty="0">
                <a:latin typeface="Times New Roman" panose="02020603050405020304" pitchFamily="18" charset="0"/>
                <a:cs typeface="Times New Roman" panose="02020603050405020304" pitchFamily="18" charset="0"/>
              </a:rPr>
              <a:t>: It creates a reference that persists for the entire lifecycle of the component. In example, </a:t>
            </a:r>
            <a:r>
              <a:rPr lang="en-IN" sz="2800" dirty="0" err="1">
                <a:latin typeface="Times New Roman" panose="02020603050405020304" pitchFamily="18" charset="0"/>
                <a:cs typeface="Times New Roman" panose="02020603050405020304" pitchFamily="18" charset="0"/>
              </a:rPr>
              <a:t>inputRef</a:t>
            </a:r>
            <a:r>
              <a:rPr lang="en-IN" sz="2800" dirty="0">
                <a:latin typeface="Times New Roman" panose="02020603050405020304" pitchFamily="18" charset="0"/>
                <a:cs typeface="Times New Roman" panose="02020603050405020304" pitchFamily="18" charset="0"/>
              </a:rPr>
              <a:t> is assigned to the ref attribute of the input field.</a:t>
            </a:r>
          </a:p>
          <a:p>
            <a:pPr lvl="0" algn="just"/>
            <a:r>
              <a:rPr lang="en-IN" sz="2800" b="1" dirty="0">
                <a:latin typeface="Times New Roman" panose="02020603050405020304" pitchFamily="18" charset="0"/>
                <a:cs typeface="Times New Roman" panose="02020603050405020304" pitchFamily="18" charset="0"/>
              </a:rPr>
              <a:t>Accessing the DOM Element</a:t>
            </a:r>
            <a:r>
              <a:rPr lang="en-IN" sz="2800" dirty="0">
                <a:latin typeface="Times New Roman" panose="02020603050405020304" pitchFamily="18" charset="0"/>
                <a:cs typeface="Times New Roman" panose="02020603050405020304" pitchFamily="18" charset="0"/>
              </a:rPr>
              <a:t>: When you click the button, the </a:t>
            </a:r>
            <a:r>
              <a:rPr lang="en-IN" sz="2800" dirty="0" err="1">
                <a:latin typeface="Times New Roman" panose="02020603050405020304" pitchFamily="18" charset="0"/>
                <a:cs typeface="Times New Roman" panose="02020603050405020304" pitchFamily="18" charset="0"/>
              </a:rPr>
              <a:t>handleFocus</a:t>
            </a:r>
            <a:r>
              <a:rPr lang="en-IN" sz="2800" dirty="0">
                <a:latin typeface="Times New Roman" panose="02020603050405020304" pitchFamily="18" charset="0"/>
                <a:cs typeface="Times New Roman" panose="02020603050405020304" pitchFamily="18" charset="0"/>
              </a:rPr>
              <a:t> function is called. It accesses the current property of the ref to focus the input element.</a:t>
            </a:r>
          </a:p>
          <a:p>
            <a:pPr lvl="0" algn="just"/>
            <a:r>
              <a:rPr lang="en-IN" sz="2800" b="1" dirty="0">
                <a:latin typeface="Times New Roman" panose="02020603050405020304" pitchFamily="18" charset="0"/>
                <a:cs typeface="Times New Roman" panose="02020603050405020304" pitchFamily="18" charset="0"/>
              </a:rPr>
              <a:t>Re-rendering</a:t>
            </a:r>
            <a:r>
              <a:rPr lang="en-IN" sz="2800" dirty="0">
                <a:latin typeface="Times New Roman" panose="02020603050405020304" pitchFamily="18" charset="0"/>
                <a:cs typeface="Times New Roman" panose="02020603050405020304" pitchFamily="18" charset="0"/>
              </a:rPr>
              <a:t>: Unlike state, updating the ref (</a:t>
            </a:r>
            <a:r>
              <a:rPr lang="en-IN" sz="2800" dirty="0" err="1">
                <a:latin typeface="Times New Roman" panose="02020603050405020304" pitchFamily="18" charset="0"/>
                <a:cs typeface="Times New Roman" panose="02020603050405020304" pitchFamily="18" charset="0"/>
              </a:rPr>
              <a:t>inputRef.current</a:t>
            </a:r>
            <a:r>
              <a:rPr lang="en-IN" sz="2800" dirty="0">
                <a:latin typeface="Times New Roman" panose="02020603050405020304" pitchFamily="18" charset="0"/>
                <a:cs typeface="Times New Roman" panose="02020603050405020304" pitchFamily="18" charset="0"/>
              </a:rPr>
              <a:t>) does not cause a re-render of the component. This makes </a:t>
            </a:r>
            <a:r>
              <a:rPr lang="en-IN" sz="2800" dirty="0" err="1">
                <a:latin typeface="Times New Roman" panose="02020603050405020304" pitchFamily="18" charset="0"/>
                <a:cs typeface="Times New Roman" panose="02020603050405020304" pitchFamily="18" charset="0"/>
              </a:rPr>
              <a:t>useRef</a:t>
            </a:r>
            <a:r>
              <a:rPr lang="en-IN" sz="2800" dirty="0">
                <a:latin typeface="Times New Roman" panose="02020603050405020304" pitchFamily="18" charset="0"/>
                <a:cs typeface="Times New Roman" panose="02020603050405020304" pitchFamily="18" charset="0"/>
              </a:rPr>
              <a:t> great for managing DOM elements or values that don’t require re-rendering.</a:t>
            </a:r>
          </a:p>
        </p:txBody>
      </p:sp>
    </p:spTree>
    <p:extLst>
      <p:ext uri="{BB962C8B-B14F-4D97-AF65-F5344CB8AC3E}">
        <p14:creationId xmlns:p14="http://schemas.microsoft.com/office/powerpoint/2010/main" val="40659626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a:xfrm>
            <a:off x="609600" y="773113"/>
            <a:ext cx="10972800" cy="5354637"/>
          </a:xfrm>
        </p:spPr>
        <p:txBody>
          <a:bodyPr/>
          <a:lstStyle/>
          <a:p>
            <a:pPr marL="0" indent="0">
              <a:buNone/>
            </a:pPr>
            <a:r>
              <a:rPr lang="en-IN" sz="2400" dirty="0">
                <a:latin typeface="Times New Roman" panose="02020603050405020304" pitchFamily="18" charset="0"/>
                <a:cs typeface="Times New Roman" panose="02020603050405020304" pitchFamily="18" charset="0"/>
              </a:rPr>
              <a:t>import React, { </a:t>
            </a:r>
            <a:r>
              <a:rPr lang="en-IN" sz="2400" dirty="0" err="1">
                <a:latin typeface="Times New Roman" panose="02020603050405020304" pitchFamily="18" charset="0"/>
                <a:cs typeface="Times New Roman" panose="02020603050405020304" pitchFamily="18" charset="0"/>
              </a:rPr>
              <a:t>useRef</a:t>
            </a:r>
            <a:r>
              <a:rPr lang="en-IN" sz="2400" dirty="0">
                <a:latin typeface="Times New Roman" panose="02020603050405020304" pitchFamily="18" charset="0"/>
                <a:cs typeface="Times New Roman" panose="02020603050405020304" pitchFamily="18" charset="0"/>
              </a:rPr>
              <a:t> } from 'react';</a:t>
            </a:r>
          </a:p>
          <a:p>
            <a:pPr marL="0" indent="0">
              <a:buNone/>
            </a:pPr>
            <a:r>
              <a:rPr lang="en-IN" sz="2400" dirty="0" err="1" smtClean="0">
                <a:latin typeface="Times New Roman" panose="02020603050405020304" pitchFamily="18" charset="0"/>
                <a:cs typeface="Times New Roman" panose="02020603050405020304" pitchFamily="18" charset="0"/>
              </a:rPr>
              <a:t>const</a:t>
            </a:r>
            <a:r>
              <a:rPr lang="en-IN" sz="2400" dirty="0" smtClean="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FocusInput</a:t>
            </a:r>
            <a:r>
              <a:rPr lang="en-IN" sz="2400" dirty="0">
                <a:latin typeface="Times New Roman" panose="02020603050405020304" pitchFamily="18" charset="0"/>
                <a:cs typeface="Times New Roman" panose="02020603050405020304" pitchFamily="18" charset="0"/>
              </a:rPr>
              <a:t> = () =&gt; </a:t>
            </a:r>
            <a:r>
              <a:rPr lang="en-IN"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const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inputRef</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useRef</a:t>
            </a:r>
            <a:r>
              <a:rPr lang="en-IN" sz="2400" dirty="0">
                <a:latin typeface="Times New Roman" panose="02020603050405020304" pitchFamily="18" charset="0"/>
                <a:cs typeface="Times New Roman" panose="02020603050405020304" pitchFamily="18" charset="0"/>
              </a:rPr>
              <a:t>(null);</a:t>
            </a:r>
          </a:p>
          <a:p>
            <a:pPr marL="0" indent="0">
              <a:buNone/>
            </a:pPr>
            <a:r>
              <a:rPr lang="en-IN" sz="2400" dirty="0" smtClean="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const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handleFocus</a:t>
            </a:r>
            <a:r>
              <a:rPr lang="en-IN" sz="2400" dirty="0">
                <a:latin typeface="Times New Roman" panose="02020603050405020304" pitchFamily="18" charset="0"/>
                <a:cs typeface="Times New Roman" panose="02020603050405020304" pitchFamily="18" charset="0"/>
              </a:rPr>
              <a:t> = () </a:t>
            </a:r>
            <a:r>
              <a:rPr lang="en-IN" sz="2400" dirty="0" smtClean="0">
                <a:latin typeface="Times New Roman" panose="02020603050405020304" pitchFamily="18" charset="0"/>
                <a:cs typeface="Times New Roman" panose="02020603050405020304" pitchFamily="18" charset="0"/>
              </a:rPr>
              <a:t>=&gt; {</a:t>
            </a:r>
          </a:p>
          <a:p>
            <a:pPr marL="0" indent="0">
              <a:buNone/>
            </a:pPr>
            <a:r>
              <a:rPr lang="en-IN" sz="2400" dirty="0" smtClean="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inputRef.current.focus</a:t>
            </a:r>
            <a:r>
              <a:rPr lang="en-IN" sz="2400"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return (</a:t>
            </a:r>
          </a:p>
          <a:p>
            <a:pPr marL="0" indent="0">
              <a:buNone/>
            </a:pPr>
            <a:r>
              <a:rPr lang="en-IN" sz="2400" dirty="0">
                <a:latin typeface="Times New Roman" panose="02020603050405020304" pitchFamily="18" charset="0"/>
                <a:cs typeface="Times New Roman" panose="02020603050405020304" pitchFamily="18" charset="0"/>
              </a:rPr>
              <a:t>    &lt;div&gt;</a:t>
            </a:r>
          </a:p>
          <a:p>
            <a:pPr marL="0" indent="0">
              <a:buNone/>
            </a:pPr>
            <a:r>
              <a:rPr lang="en-IN" sz="2400" dirty="0">
                <a:latin typeface="Times New Roman" panose="02020603050405020304" pitchFamily="18" charset="0"/>
                <a:cs typeface="Times New Roman" panose="02020603050405020304" pitchFamily="18" charset="0"/>
              </a:rPr>
              <a:t>      &lt;input ref={</a:t>
            </a:r>
            <a:r>
              <a:rPr lang="en-IN" sz="2400" dirty="0" err="1">
                <a:latin typeface="Times New Roman" panose="02020603050405020304" pitchFamily="18" charset="0"/>
                <a:cs typeface="Times New Roman" panose="02020603050405020304" pitchFamily="18" charset="0"/>
              </a:rPr>
              <a:t>inputRef</a:t>
            </a:r>
            <a:r>
              <a:rPr lang="en-IN" sz="2400" dirty="0">
                <a:latin typeface="Times New Roman" panose="02020603050405020304" pitchFamily="18" charset="0"/>
                <a:cs typeface="Times New Roman" panose="02020603050405020304" pitchFamily="18" charset="0"/>
              </a:rPr>
              <a:t>} type="text" placeholder="Click the button to focus me" /&gt;</a:t>
            </a:r>
          </a:p>
          <a:p>
            <a:pPr marL="0" indent="0">
              <a:buNone/>
            </a:pPr>
            <a:r>
              <a:rPr lang="en-IN" sz="2400" dirty="0">
                <a:latin typeface="Times New Roman" panose="02020603050405020304" pitchFamily="18" charset="0"/>
                <a:cs typeface="Times New Roman" panose="02020603050405020304" pitchFamily="18" charset="0"/>
              </a:rPr>
              <a:t>      &lt;button </a:t>
            </a:r>
            <a:r>
              <a:rPr lang="en-IN" sz="2400" dirty="0" err="1">
                <a:latin typeface="Times New Roman" panose="02020603050405020304" pitchFamily="18" charset="0"/>
                <a:cs typeface="Times New Roman" panose="02020603050405020304" pitchFamily="18" charset="0"/>
              </a:rPr>
              <a:t>onClick</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handleFocus</a:t>
            </a:r>
            <a:r>
              <a:rPr lang="en-IN" sz="2400" dirty="0">
                <a:latin typeface="Times New Roman" panose="02020603050405020304" pitchFamily="18" charset="0"/>
                <a:cs typeface="Times New Roman" panose="02020603050405020304" pitchFamily="18" charset="0"/>
              </a:rPr>
              <a:t>}&gt;Focus the input&lt;/button&gt;</a:t>
            </a:r>
          </a:p>
          <a:p>
            <a:pPr marL="0" indent="0">
              <a:buNone/>
            </a:pPr>
            <a:r>
              <a:rPr lang="en-IN" sz="2400" dirty="0">
                <a:latin typeface="Times New Roman" panose="02020603050405020304" pitchFamily="18" charset="0"/>
                <a:cs typeface="Times New Roman" panose="02020603050405020304" pitchFamily="18" charset="0"/>
              </a:rPr>
              <a:t>    &lt;/div&gt;</a:t>
            </a:r>
          </a:p>
          <a:p>
            <a:pPr marL="0" indent="0">
              <a:buNone/>
            </a:pP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smtClean="0">
                <a:latin typeface="Times New Roman" panose="02020603050405020304" pitchFamily="18" charset="0"/>
                <a:cs typeface="Times New Roman" panose="02020603050405020304" pitchFamily="18" charset="0"/>
              </a:rPr>
              <a:t>export </a:t>
            </a:r>
            <a:r>
              <a:rPr lang="en-IN" sz="2400" dirty="0">
                <a:latin typeface="Times New Roman" panose="02020603050405020304" pitchFamily="18" charset="0"/>
                <a:cs typeface="Times New Roman" panose="02020603050405020304" pitchFamily="18" charset="0"/>
              </a:rPr>
              <a:t>default </a:t>
            </a:r>
            <a:r>
              <a:rPr lang="en-IN" sz="2400" dirty="0" err="1">
                <a:latin typeface="Times New Roman" panose="02020603050405020304" pitchFamily="18" charset="0"/>
                <a:cs typeface="Times New Roman" panose="02020603050405020304" pitchFamily="18" charset="0"/>
              </a:rPr>
              <a:t>FocusInput</a:t>
            </a:r>
            <a:r>
              <a:rPr lang="en-IN" sz="2400"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32573561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useImperativeHandle</a:t>
            </a:r>
            <a:r>
              <a:rPr lang="en-IN" dirty="0"/>
              <a:t> </a:t>
            </a:r>
          </a:p>
        </p:txBody>
      </p:sp>
      <p:sp>
        <p:nvSpPr>
          <p:cNvPr id="3" name="Content Placeholder 2"/>
          <p:cNvSpPr>
            <a:spLocks noGrp="1"/>
          </p:cNvSpPr>
          <p:nvPr>
            <p:ph idx="1"/>
          </p:nvPr>
        </p:nvSpPr>
        <p:spPr>
          <a:xfrm>
            <a:off x="316523" y="773113"/>
            <a:ext cx="11652739" cy="5354637"/>
          </a:xfrm>
        </p:spPr>
        <p:txBody>
          <a:bodyPr/>
          <a:lstStyle/>
          <a:p>
            <a:pPr marL="0" indent="0">
              <a:buNone/>
            </a:pPr>
            <a:r>
              <a:rPr lang="en-IN" sz="2800" dirty="0">
                <a:latin typeface="Times New Roman" panose="02020603050405020304" pitchFamily="18" charset="0"/>
                <a:cs typeface="Times New Roman" panose="02020603050405020304" pitchFamily="18" charset="0"/>
              </a:rPr>
              <a:t>The </a:t>
            </a:r>
            <a:r>
              <a:rPr lang="en-IN" sz="2800" dirty="0" err="1">
                <a:latin typeface="Times New Roman" panose="02020603050405020304" pitchFamily="18" charset="0"/>
                <a:cs typeface="Times New Roman" panose="02020603050405020304" pitchFamily="18" charset="0"/>
              </a:rPr>
              <a:t>useImperativeHandle</a:t>
            </a:r>
            <a:r>
              <a:rPr lang="en-IN" sz="2800" dirty="0">
                <a:latin typeface="Times New Roman" panose="02020603050405020304" pitchFamily="18" charset="0"/>
                <a:cs typeface="Times New Roman" panose="02020603050405020304" pitchFamily="18" charset="0"/>
              </a:rPr>
              <a:t> hook in React is used in combination with </a:t>
            </a:r>
            <a:r>
              <a:rPr lang="en-IN" sz="2800" dirty="0" err="1">
                <a:latin typeface="Times New Roman" panose="02020603050405020304" pitchFamily="18" charset="0"/>
                <a:cs typeface="Times New Roman" panose="02020603050405020304" pitchFamily="18" charset="0"/>
              </a:rPr>
              <a:t>forwardRef</a:t>
            </a:r>
            <a:r>
              <a:rPr lang="en-IN" sz="2800" dirty="0">
                <a:latin typeface="Times New Roman" panose="02020603050405020304" pitchFamily="18" charset="0"/>
                <a:cs typeface="Times New Roman" panose="02020603050405020304" pitchFamily="18" charset="0"/>
              </a:rPr>
              <a:t> to allow a parent component to access functions or properties from a child component. This is useful when you want to expose certain functions or actions from the child component to the </a:t>
            </a:r>
            <a:r>
              <a:rPr lang="en-IN" sz="2800" dirty="0" smtClean="0">
                <a:latin typeface="Times New Roman" panose="02020603050405020304" pitchFamily="18" charset="0"/>
                <a:cs typeface="Times New Roman" panose="02020603050405020304" pitchFamily="18" charset="0"/>
              </a:rPr>
              <a:t>parent.</a:t>
            </a:r>
          </a:p>
          <a:p>
            <a:pPr marL="0" indent="0">
              <a:buNone/>
            </a:pPr>
            <a:r>
              <a:rPr lang="en-IN" sz="2800" b="1" dirty="0" err="1" smtClean="0">
                <a:latin typeface="Times New Roman" panose="02020603050405020304" pitchFamily="18" charset="0"/>
                <a:cs typeface="Times New Roman" panose="02020603050405020304" pitchFamily="18" charset="0"/>
              </a:rPr>
              <a:t>forwardRef</a:t>
            </a:r>
            <a:r>
              <a:rPr lang="en-IN" sz="2800" dirty="0">
                <a:latin typeface="Times New Roman" panose="02020603050405020304" pitchFamily="18" charset="0"/>
                <a:cs typeface="Times New Roman" panose="02020603050405020304" pitchFamily="18" charset="0"/>
              </a:rPr>
              <a:t>: This allows the </a:t>
            </a:r>
            <a:r>
              <a:rPr lang="en-IN" sz="2800" dirty="0" err="1">
                <a:latin typeface="Times New Roman" panose="02020603050405020304" pitchFamily="18" charset="0"/>
                <a:cs typeface="Times New Roman" panose="02020603050405020304" pitchFamily="18" charset="0"/>
              </a:rPr>
              <a:t>CustomInput</a:t>
            </a:r>
            <a:r>
              <a:rPr lang="en-IN" sz="2800" dirty="0">
                <a:latin typeface="Times New Roman" panose="02020603050405020304" pitchFamily="18" charset="0"/>
                <a:cs typeface="Times New Roman" panose="02020603050405020304" pitchFamily="18" charset="0"/>
              </a:rPr>
              <a:t> child component to accept a ref from its parent </a:t>
            </a:r>
            <a:r>
              <a:rPr lang="en-IN" sz="2800" dirty="0" smtClean="0">
                <a:latin typeface="Times New Roman" panose="02020603050405020304" pitchFamily="18" charset="0"/>
                <a:cs typeface="Times New Roman" panose="02020603050405020304" pitchFamily="18" charset="0"/>
              </a:rPr>
              <a:t>component (</a:t>
            </a:r>
            <a:r>
              <a:rPr lang="en-IN" sz="2800" dirty="0" err="1" smtClean="0">
                <a:latin typeface="Times New Roman" panose="02020603050405020304" pitchFamily="18" charset="0"/>
                <a:cs typeface="Times New Roman" panose="02020603050405020304" pitchFamily="18" charset="0"/>
              </a:rPr>
              <a:t>ParentComponent</a:t>
            </a:r>
            <a:r>
              <a:rPr lang="en-IN" sz="2800" dirty="0">
                <a:latin typeface="Times New Roman" panose="02020603050405020304" pitchFamily="18" charset="0"/>
                <a:cs typeface="Times New Roman" panose="02020603050405020304" pitchFamily="18" charset="0"/>
              </a:rPr>
              <a:t>).</a:t>
            </a:r>
          </a:p>
          <a:p>
            <a:pPr marL="0" indent="0">
              <a:buNone/>
            </a:pPr>
            <a:r>
              <a:rPr lang="en-IN" sz="2800" b="1" dirty="0" err="1" smtClean="0">
                <a:latin typeface="Times New Roman" panose="02020603050405020304" pitchFamily="18" charset="0"/>
                <a:cs typeface="Times New Roman" panose="02020603050405020304" pitchFamily="18" charset="0"/>
              </a:rPr>
              <a:t>useImperativeHandle</a:t>
            </a:r>
            <a:r>
              <a:rPr lang="en-IN" sz="2800" dirty="0">
                <a:latin typeface="Times New Roman" panose="02020603050405020304" pitchFamily="18" charset="0"/>
                <a:cs typeface="Times New Roman" panose="02020603050405020304" pitchFamily="18" charset="0"/>
              </a:rPr>
              <a:t>: This hook is used inside the child component to customize the values or functions that are exposed to the parent. Example: </a:t>
            </a:r>
            <a:r>
              <a:rPr lang="en-IN" sz="2800" dirty="0" smtClean="0">
                <a:latin typeface="Times New Roman" panose="02020603050405020304" pitchFamily="18" charset="0"/>
                <a:cs typeface="Times New Roman" panose="02020603050405020304" pitchFamily="18" charset="0"/>
              </a:rPr>
              <a:t>-focus, clear, </a:t>
            </a:r>
            <a:r>
              <a:rPr lang="en-IN" sz="2800" dirty="0" err="1" smtClean="0">
                <a:latin typeface="Times New Roman" panose="02020603050405020304" pitchFamily="18" charset="0"/>
                <a:cs typeface="Times New Roman" panose="02020603050405020304" pitchFamily="18" charset="0"/>
              </a:rPr>
              <a:t>getValue</a:t>
            </a:r>
            <a:r>
              <a:rPr lang="en-IN" sz="2800" dirty="0" smtClean="0">
                <a:latin typeface="Times New Roman" panose="02020603050405020304" pitchFamily="18" charset="0"/>
                <a:cs typeface="Times New Roman" panose="02020603050405020304" pitchFamily="18" charset="0"/>
              </a:rPr>
              <a:t> etc.</a:t>
            </a:r>
            <a:endParaRPr lang="en-IN" sz="2800" dirty="0">
              <a:latin typeface="Times New Roman" panose="02020603050405020304" pitchFamily="18" charset="0"/>
              <a:cs typeface="Times New Roman" panose="02020603050405020304" pitchFamily="18" charset="0"/>
            </a:endParaRPr>
          </a:p>
          <a:p>
            <a:pPr marL="0" indent="0">
              <a:buNone/>
            </a:pPr>
            <a:r>
              <a:rPr lang="en-IN" sz="2800" b="1" dirty="0" err="1" smtClean="0">
                <a:latin typeface="Times New Roman" panose="02020603050405020304" pitchFamily="18" charset="0"/>
                <a:cs typeface="Times New Roman" panose="02020603050405020304" pitchFamily="18" charset="0"/>
              </a:rPr>
              <a:t>inputRef</a:t>
            </a:r>
            <a:r>
              <a:rPr lang="en-IN" sz="2800" b="1" dirty="0" smtClean="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in the Parent</a:t>
            </a:r>
            <a:r>
              <a:rPr lang="en-IN" sz="2800" dirty="0">
                <a:latin typeface="Times New Roman" panose="02020603050405020304" pitchFamily="18" charset="0"/>
                <a:cs typeface="Times New Roman" panose="02020603050405020304" pitchFamily="18" charset="0"/>
              </a:rPr>
              <a:t>: The parent component holds a reference to the child component using the </a:t>
            </a:r>
            <a:r>
              <a:rPr lang="en-IN" sz="2800" dirty="0" err="1">
                <a:latin typeface="Times New Roman" panose="02020603050405020304" pitchFamily="18" charset="0"/>
                <a:cs typeface="Times New Roman" panose="02020603050405020304" pitchFamily="18" charset="0"/>
              </a:rPr>
              <a:t>useRef</a:t>
            </a:r>
            <a:r>
              <a:rPr lang="en-IN" sz="2800" dirty="0">
                <a:latin typeface="Times New Roman" panose="02020603050405020304" pitchFamily="18" charset="0"/>
                <a:cs typeface="Times New Roman" panose="02020603050405020304" pitchFamily="18" charset="0"/>
              </a:rPr>
              <a:t> hook. It can call the exposed functions (focus, clear, </a:t>
            </a:r>
            <a:r>
              <a:rPr lang="en-IN" sz="2800" dirty="0" err="1">
                <a:latin typeface="Times New Roman" panose="02020603050405020304" pitchFamily="18" charset="0"/>
                <a:cs typeface="Times New Roman" panose="02020603050405020304" pitchFamily="18" charset="0"/>
              </a:rPr>
              <a:t>getValue</a:t>
            </a:r>
            <a:r>
              <a:rPr lang="en-IN" sz="2800" dirty="0">
                <a:latin typeface="Times New Roman" panose="02020603050405020304" pitchFamily="18" charset="0"/>
                <a:cs typeface="Times New Roman" panose="02020603050405020304" pitchFamily="18" charset="0"/>
              </a:rPr>
              <a:t>) via this reference.</a:t>
            </a:r>
          </a:p>
          <a:p>
            <a:pPr marL="0" indent="0">
              <a:buNone/>
            </a:pPr>
            <a:endParaRPr lang="en-IN" dirty="0"/>
          </a:p>
        </p:txBody>
      </p:sp>
    </p:spTree>
    <p:extLst>
      <p:ext uri="{BB962C8B-B14F-4D97-AF65-F5344CB8AC3E}">
        <p14:creationId xmlns:p14="http://schemas.microsoft.com/office/powerpoint/2010/main" val="13625735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a:xfrm>
            <a:off x="609600" y="773113"/>
            <a:ext cx="10972800" cy="5862149"/>
          </a:xfrm>
        </p:spPr>
        <p:txBody>
          <a:bodyPr/>
          <a:lstStyle/>
          <a:p>
            <a:pPr marL="0" indent="0">
              <a:buNone/>
            </a:pPr>
            <a:r>
              <a:rPr lang="en-IN" dirty="0"/>
              <a:t>import React, { </a:t>
            </a:r>
            <a:r>
              <a:rPr lang="en-IN" dirty="0" err="1"/>
              <a:t>useRef</a:t>
            </a:r>
            <a:r>
              <a:rPr lang="en-IN" dirty="0"/>
              <a:t>, </a:t>
            </a:r>
            <a:r>
              <a:rPr lang="en-IN" dirty="0" err="1"/>
              <a:t>forwardRef</a:t>
            </a:r>
            <a:r>
              <a:rPr lang="en-IN" dirty="0"/>
              <a:t>, </a:t>
            </a:r>
            <a:r>
              <a:rPr lang="en-IN" dirty="0" err="1"/>
              <a:t>useImperativeHandle</a:t>
            </a:r>
            <a:r>
              <a:rPr lang="en-IN" dirty="0"/>
              <a:t>, </a:t>
            </a:r>
            <a:r>
              <a:rPr lang="en-IN" dirty="0" err="1"/>
              <a:t>useState</a:t>
            </a:r>
            <a:r>
              <a:rPr lang="en-IN" dirty="0"/>
              <a:t> } from 'react</a:t>
            </a:r>
            <a:r>
              <a:rPr lang="en-IN" dirty="0" smtClean="0"/>
              <a:t>';</a:t>
            </a:r>
            <a:endParaRPr lang="en-IN" dirty="0"/>
          </a:p>
          <a:p>
            <a:pPr marL="0" indent="0">
              <a:buNone/>
            </a:pPr>
            <a:r>
              <a:rPr lang="en-IN" dirty="0" err="1"/>
              <a:t>const</a:t>
            </a:r>
            <a:r>
              <a:rPr lang="en-IN" dirty="0"/>
              <a:t> </a:t>
            </a:r>
            <a:r>
              <a:rPr lang="en-IN" dirty="0" err="1"/>
              <a:t>CustomInput</a:t>
            </a:r>
            <a:r>
              <a:rPr lang="en-IN" dirty="0"/>
              <a:t> = </a:t>
            </a:r>
            <a:r>
              <a:rPr lang="en-IN" dirty="0" err="1"/>
              <a:t>forwardRef</a:t>
            </a:r>
            <a:r>
              <a:rPr lang="en-IN" dirty="0"/>
              <a:t>((props, ref) =&gt; {</a:t>
            </a:r>
          </a:p>
          <a:p>
            <a:pPr marL="0" indent="0">
              <a:buNone/>
            </a:pPr>
            <a:r>
              <a:rPr lang="en-IN" dirty="0"/>
              <a:t>  </a:t>
            </a:r>
            <a:r>
              <a:rPr lang="en-IN" dirty="0" err="1"/>
              <a:t>const</a:t>
            </a:r>
            <a:r>
              <a:rPr lang="en-IN" dirty="0"/>
              <a:t> [value, </a:t>
            </a:r>
            <a:r>
              <a:rPr lang="en-IN" dirty="0" err="1"/>
              <a:t>setValue</a:t>
            </a:r>
            <a:r>
              <a:rPr lang="en-IN" dirty="0"/>
              <a:t>] = </a:t>
            </a:r>
            <a:r>
              <a:rPr lang="en-IN" dirty="0" err="1"/>
              <a:t>useState</a:t>
            </a:r>
            <a:r>
              <a:rPr lang="en-IN" dirty="0" smtClean="0"/>
              <a:t>('');</a:t>
            </a:r>
            <a:endParaRPr lang="en-IN" dirty="0"/>
          </a:p>
          <a:p>
            <a:pPr marL="0" indent="0">
              <a:buNone/>
            </a:pPr>
            <a:r>
              <a:rPr lang="en-IN" dirty="0"/>
              <a:t>  </a:t>
            </a:r>
            <a:r>
              <a:rPr lang="en-IN" dirty="0" err="1"/>
              <a:t>const</a:t>
            </a:r>
            <a:r>
              <a:rPr lang="en-IN" dirty="0"/>
              <a:t> </a:t>
            </a:r>
            <a:r>
              <a:rPr lang="en-IN" dirty="0" err="1"/>
              <a:t>inputRef</a:t>
            </a:r>
            <a:r>
              <a:rPr lang="en-IN" dirty="0"/>
              <a:t> = </a:t>
            </a:r>
            <a:r>
              <a:rPr lang="en-IN" dirty="0" err="1"/>
              <a:t>useRef</a:t>
            </a:r>
            <a:r>
              <a:rPr lang="en-IN" dirty="0" smtClean="0"/>
              <a:t>();</a:t>
            </a:r>
            <a:endParaRPr lang="en-IN" dirty="0"/>
          </a:p>
          <a:p>
            <a:pPr marL="0" indent="0">
              <a:buNone/>
            </a:pPr>
            <a:r>
              <a:rPr lang="en-IN" dirty="0"/>
              <a:t>  </a:t>
            </a:r>
            <a:r>
              <a:rPr lang="en-IN" dirty="0" err="1"/>
              <a:t>useImperativeHandle</a:t>
            </a:r>
            <a:r>
              <a:rPr lang="en-IN" dirty="0"/>
              <a:t>(ref, () =&gt; ({</a:t>
            </a:r>
          </a:p>
          <a:p>
            <a:pPr marL="0" indent="0">
              <a:buNone/>
            </a:pPr>
            <a:r>
              <a:rPr lang="en-IN" dirty="0"/>
              <a:t>    focus: () =&gt; </a:t>
            </a:r>
            <a:r>
              <a:rPr lang="en-IN" dirty="0" smtClean="0"/>
              <a:t>{</a:t>
            </a:r>
            <a:r>
              <a:rPr lang="en-IN" dirty="0" err="1" smtClean="0"/>
              <a:t>inputRef.current.focus</a:t>
            </a:r>
            <a:r>
              <a:rPr lang="en-IN" dirty="0" smtClean="0"/>
              <a:t>(); },</a:t>
            </a:r>
          </a:p>
          <a:p>
            <a:pPr marL="0" indent="0">
              <a:buNone/>
            </a:pPr>
            <a:r>
              <a:rPr lang="en-IN" dirty="0"/>
              <a:t> </a:t>
            </a:r>
            <a:r>
              <a:rPr lang="en-IN" dirty="0" smtClean="0"/>
              <a:t>   clear</a:t>
            </a:r>
            <a:r>
              <a:rPr lang="en-IN" dirty="0"/>
              <a:t>: () =&gt; </a:t>
            </a:r>
            <a:r>
              <a:rPr lang="en-IN" dirty="0" smtClean="0"/>
              <a:t>{ </a:t>
            </a:r>
            <a:r>
              <a:rPr lang="en-IN" dirty="0" err="1"/>
              <a:t>setValue</a:t>
            </a:r>
            <a:r>
              <a:rPr lang="en-IN" dirty="0" smtClean="0"/>
              <a:t>('');},</a:t>
            </a:r>
            <a:endParaRPr lang="en-IN" dirty="0"/>
          </a:p>
          <a:p>
            <a:pPr marL="0" indent="0">
              <a:buNone/>
            </a:pPr>
            <a:r>
              <a:rPr lang="en-IN" dirty="0"/>
              <a:t>    </a:t>
            </a:r>
            <a:r>
              <a:rPr lang="en-IN" dirty="0" err="1"/>
              <a:t>getValue</a:t>
            </a:r>
            <a:r>
              <a:rPr lang="en-IN" dirty="0"/>
              <a:t>: () =&gt; </a:t>
            </a:r>
            <a:r>
              <a:rPr lang="en-IN" dirty="0" smtClean="0"/>
              <a:t>{return </a:t>
            </a:r>
            <a:r>
              <a:rPr lang="en-IN" dirty="0"/>
              <a:t>value</a:t>
            </a:r>
            <a:r>
              <a:rPr lang="en-IN" dirty="0" smtClean="0"/>
              <a:t>;},</a:t>
            </a:r>
            <a:endParaRPr lang="en-IN" dirty="0"/>
          </a:p>
          <a:p>
            <a:pPr marL="0" indent="0">
              <a:buNone/>
            </a:pPr>
            <a:r>
              <a:rPr lang="en-IN" dirty="0"/>
              <a:t>  }));</a:t>
            </a:r>
          </a:p>
          <a:p>
            <a:pPr marL="0" indent="0">
              <a:buNone/>
            </a:pPr>
            <a:endParaRPr lang="en-IN" dirty="0"/>
          </a:p>
          <a:p>
            <a:pPr marL="0" indent="0">
              <a:buNone/>
            </a:pPr>
            <a:r>
              <a:rPr lang="en-IN" dirty="0"/>
              <a:t>  </a:t>
            </a:r>
          </a:p>
        </p:txBody>
      </p:sp>
    </p:spTree>
    <p:extLst>
      <p:ext uri="{BB962C8B-B14F-4D97-AF65-F5344CB8AC3E}">
        <p14:creationId xmlns:p14="http://schemas.microsoft.com/office/powerpoint/2010/main" val="417844205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816" y="187569"/>
            <a:ext cx="10972800" cy="6213230"/>
          </a:xfrm>
        </p:spPr>
        <p:txBody>
          <a:bodyPr/>
          <a:lstStyle/>
          <a:p>
            <a:pPr marL="0" indent="0">
              <a:buNone/>
            </a:pPr>
            <a:r>
              <a:rPr lang="en-IN" sz="2600" dirty="0" smtClean="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return (</a:t>
            </a:r>
          </a:p>
          <a:p>
            <a:pPr marL="0" indent="0">
              <a:buNone/>
            </a:pPr>
            <a:r>
              <a:rPr lang="en-IN" sz="2600" dirty="0">
                <a:latin typeface="Times New Roman" panose="02020603050405020304" pitchFamily="18" charset="0"/>
                <a:cs typeface="Times New Roman" panose="02020603050405020304" pitchFamily="18" charset="0"/>
              </a:rPr>
              <a:t>    &lt;</a:t>
            </a:r>
            <a:r>
              <a:rPr lang="en-IN" sz="2600" dirty="0" smtClean="0">
                <a:latin typeface="Times New Roman" panose="02020603050405020304" pitchFamily="18" charset="0"/>
                <a:cs typeface="Times New Roman" panose="02020603050405020304" pitchFamily="18" charset="0"/>
              </a:rPr>
              <a:t>input ref</a:t>
            </a:r>
            <a:r>
              <a:rPr lang="en-IN" sz="2600" dirty="0">
                <a:latin typeface="Times New Roman" panose="02020603050405020304" pitchFamily="18" charset="0"/>
                <a:cs typeface="Times New Roman" panose="02020603050405020304" pitchFamily="18" charset="0"/>
              </a:rPr>
              <a:t>={</a:t>
            </a:r>
            <a:r>
              <a:rPr lang="en-IN" sz="2600" dirty="0" err="1" smtClean="0">
                <a:latin typeface="Times New Roman" panose="02020603050405020304" pitchFamily="18" charset="0"/>
                <a:cs typeface="Times New Roman" panose="02020603050405020304" pitchFamily="18" charset="0"/>
              </a:rPr>
              <a:t>inputRef</a:t>
            </a:r>
            <a:r>
              <a:rPr lang="en-IN" sz="2600" dirty="0" smtClean="0">
                <a:latin typeface="Times New Roman" panose="02020603050405020304" pitchFamily="18" charset="0"/>
                <a:cs typeface="Times New Roman" panose="02020603050405020304" pitchFamily="18" charset="0"/>
              </a:rPr>
              <a:t>} value</a:t>
            </a:r>
            <a:r>
              <a:rPr lang="en-IN" sz="2600" dirty="0">
                <a:latin typeface="Times New Roman" panose="02020603050405020304" pitchFamily="18" charset="0"/>
                <a:cs typeface="Times New Roman" panose="02020603050405020304" pitchFamily="18" charset="0"/>
              </a:rPr>
              <a:t>={value}</a:t>
            </a:r>
          </a:p>
          <a:p>
            <a:pPr marL="0" indent="0">
              <a:buNone/>
            </a:pP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onChange</a:t>
            </a:r>
            <a:r>
              <a:rPr lang="en-IN" sz="2600" dirty="0">
                <a:latin typeface="Times New Roman" panose="02020603050405020304" pitchFamily="18" charset="0"/>
                <a:cs typeface="Times New Roman" panose="02020603050405020304" pitchFamily="18" charset="0"/>
              </a:rPr>
              <a:t>={(e) =&gt; </a:t>
            </a:r>
            <a:r>
              <a:rPr lang="en-IN" sz="2600" dirty="0" err="1">
                <a:latin typeface="Times New Roman" panose="02020603050405020304" pitchFamily="18" charset="0"/>
                <a:cs typeface="Times New Roman" panose="02020603050405020304" pitchFamily="18" charset="0"/>
              </a:rPr>
              <a:t>setValue</a:t>
            </a:r>
            <a:r>
              <a:rPr lang="en-IN" sz="2600" dirty="0">
                <a:latin typeface="Times New Roman" panose="02020603050405020304" pitchFamily="18" charset="0"/>
                <a:cs typeface="Times New Roman" panose="02020603050405020304" pitchFamily="18" charset="0"/>
              </a:rPr>
              <a:t>(</a:t>
            </a:r>
            <a:r>
              <a:rPr lang="en-IN" sz="2600" dirty="0" err="1">
                <a:latin typeface="Times New Roman" panose="02020603050405020304" pitchFamily="18" charset="0"/>
                <a:cs typeface="Times New Roman" panose="02020603050405020304" pitchFamily="18" charset="0"/>
              </a:rPr>
              <a:t>e.target.value</a:t>
            </a:r>
            <a:r>
              <a:rPr lang="en-IN" sz="2600" dirty="0">
                <a:latin typeface="Times New Roman" panose="02020603050405020304" pitchFamily="18" charset="0"/>
                <a:cs typeface="Times New Roman" panose="02020603050405020304" pitchFamily="18" charset="0"/>
              </a:rPr>
              <a:t>)}</a:t>
            </a:r>
          </a:p>
          <a:p>
            <a:pPr marL="0" indent="0">
              <a:buNone/>
            </a:pPr>
            <a:r>
              <a:rPr lang="en-IN" sz="2600" dirty="0">
                <a:latin typeface="Times New Roman" panose="02020603050405020304" pitchFamily="18" charset="0"/>
                <a:cs typeface="Times New Roman" panose="02020603050405020304" pitchFamily="18" charset="0"/>
              </a:rPr>
              <a:t>      type="</a:t>
            </a:r>
            <a:r>
              <a:rPr lang="en-IN" sz="2600" dirty="0" err="1" smtClean="0">
                <a:latin typeface="Times New Roman" panose="02020603050405020304" pitchFamily="18" charset="0"/>
                <a:cs typeface="Times New Roman" panose="02020603050405020304" pitchFamily="18" charset="0"/>
              </a:rPr>
              <a:t>text"placeholder</a:t>
            </a:r>
            <a:r>
              <a:rPr lang="en-IN" sz="2600" dirty="0">
                <a:latin typeface="Times New Roman" panose="02020603050405020304" pitchFamily="18" charset="0"/>
                <a:cs typeface="Times New Roman" panose="02020603050405020304" pitchFamily="18" charset="0"/>
              </a:rPr>
              <a:t>="Type </a:t>
            </a:r>
            <a:r>
              <a:rPr lang="en-IN" sz="2600" dirty="0" smtClean="0">
                <a:latin typeface="Times New Roman" panose="02020603050405020304" pitchFamily="18" charset="0"/>
                <a:cs typeface="Times New Roman" panose="02020603050405020304" pitchFamily="18" charset="0"/>
              </a:rPr>
              <a:t>something"/&gt;</a:t>
            </a:r>
          </a:p>
          <a:p>
            <a:pPr marL="0" indent="0">
              <a:buNone/>
            </a:pPr>
            <a:r>
              <a:rPr lang="en-IN" sz="2600" dirty="0" smtClean="0">
                <a:latin typeface="Times New Roman" panose="02020603050405020304" pitchFamily="18" charset="0"/>
                <a:cs typeface="Times New Roman" panose="02020603050405020304" pitchFamily="18" charset="0"/>
              </a:rPr>
              <a:t> ); });</a:t>
            </a:r>
            <a:endParaRPr lang="en-IN" sz="2600" dirty="0">
              <a:latin typeface="Times New Roman" panose="02020603050405020304" pitchFamily="18" charset="0"/>
              <a:cs typeface="Times New Roman" panose="02020603050405020304" pitchFamily="18" charset="0"/>
            </a:endParaRPr>
          </a:p>
          <a:p>
            <a:pPr marL="0" indent="0">
              <a:buNone/>
            </a:pPr>
            <a:r>
              <a:rPr lang="en-IN" sz="2600" dirty="0" err="1">
                <a:latin typeface="Times New Roman" panose="02020603050405020304" pitchFamily="18" charset="0"/>
                <a:cs typeface="Times New Roman" panose="02020603050405020304" pitchFamily="18" charset="0"/>
              </a:rPr>
              <a:t>const</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ParentComponent</a:t>
            </a:r>
            <a:r>
              <a:rPr lang="en-IN" sz="2600" dirty="0">
                <a:latin typeface="Times New Roman" panose="02020603050405020304" pitchFamily="18" charset="0"/>
                <a:cs typeface="Times New Roman" panose="02020603050405020304" pitchFamily="18" charset="0"/>
              </a:rPr>
              <a:t> = () =&gt; </a:t>
            </a:r>
            <a:r>
              <a:rPr lang="en-IN" sz="2600" dirty="0" smtClean="0">
                <a:latin typeface="Times New Roman" panose="02020603050405020304" pitchFamily="18" charset="0"/>
                <a:cs typeface="Times New Roman" panose="02020603050405020304" pitchFamily="18" charset="0"/>
              </a:rPr>
              <a:t>{ </a:t>
            </a:r>
            <a:r>
              <a:rPr lang="en-IN" sz="2600" dirty="0" err="1" smtClean="0">
                <a:latin typeface="Times New Roman" panose="02020603050405020304" pitchFamily="18" charset="0"/>
                <a:cs typeface="Times New Roman" panose="02020603050405020304" pitchFamily="18" charset="0"/>
              </a:rPr>
              <a:t>const</a:t>
            </a:r>
            <a:r>
              <a:rPr lang="en-IN" sz="2600" dirty="0" smtClean="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inputRef</a:t>
            </a:r>
            <a:r>
              <a:rPr lang="en-IN" sz="2600" dirty="0">
                <a:latin typeface="Times New Roman" panose="02020603050405020304" pitchFamily="18" charset="0"/>
                <a:cs typeface="Times New Roman" panose="02020603050405020304" pitchFamily="18" charset="0"/>
              </a:rPr>
              <a:t> = </a:t>
            </a:r>
            <a:r>
              <a:rPr lang="en-IN" sz="2600" dirty="0" err="1">
                <a:latin typeface="Times New Roman" panose="02020603050405020304" pitchFamily="18" charset="0"/>
                <a:cs typeface="Times New Roman" panose="02020603050405020304" pitchFamily="18" charset="0"/>
              </a:rPr>
              <a:t>useRef</a:t>
            </a:r>
            <a:r>
              <a:rPr lang="en-IN" sz="2600" dirty="0">
                <a:latin typeface="Times New Roman" panose="02020603050405020304" pitchFamily="18" charset="0"/>
                <a:cs typeface="Times New Roman" panose="02020603050405020304" pitchFamily="18" charset="0"/>
              </a:rPr>
              <a:t>();</a:t>
            </a:r>
          </a:p>
          <a:p>
            <a:pPr marL="0" indent="0">
              <a:buNone/>
            </a:pPr>
            <a:r>
              <a:rPr lang="en-IN" sz="2600" dirty="0" smtClean="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return </a:t>
            </a:r>
            <a:r>
              <a:rPr lang="en-IN" sz="2600" dirty="0" smtClean="0">
                <a:latin typeface="Times New Roman" panose="02020603050405020304" pitchFamily="18" charset="0"/>
                <a:cs typeface="Times New Roman" panose="02020603050405020304" pitchFamily="18" charset="0"/>
              </a:rPr>
              <a:t>( &lt;</a:t>
            </a:r>
            <a:r>
              <a:rPr lang="en-IN" sz="2600" dirty="0">
                <a:latin typeface="Times New Roman" panose="02020603050405020304" pitchFamily="18" charset="0"/>
                <a:cs typeface="Times New Roman" panose="02020603050405020304" pitchFamily="18" charset="0"/>
              </a:rPr>
              <a:t>div&gt;</a:t>
            </a:r>
          </a:p>
          <a:p>
            <a:pPr marL="0" indent="0">
              <a:buNone/>
            </a:pPr>
            <a:r>
              <a:rPr lang="en-IN" sz="2600" dirty="0">
                <a:latin typeface="Times New Roman" panose="02020603050405020304" pitchFamily="18" charset="0"/>
                <a:cs typeface="Times New Roman" panose="02020603050405020304" pitchFamily="18" charset="0"/>
              </a:rPr>
              <a:t>      &lt;</a:t>
            </a:r>
            <a:r>
              <a:rPr lang="en-IN" sz="2600" dirty="0" err="1">
                <a:latin typeface="Times New Roman" panose="02020603050405020304" pitchFamily="18" charset="0"/>
                <a:cs typeface="Times New Roman" panose="02020603050405020304" pitchFamily="18" charset="0"/>
              </a:rPr>
              <a:t>CustomInput</a:t>
            </a:r>
            <a:r>
              <a:rPr lang="en-IN" sz="2600" dirty="0">
                <a:latin typeface="Times New Roman" panose="02020603050405020304" pitchFamily="18" charset="0"/>
                <a:cs typeface="Times New Roman" panose="02020603050405020304" pitchFamily="18" charset="0"/>
              </a:rPr>
              <a:t> ref={</a:t>
            </a:r>
            <a:r>
              <a:rPr lang="en-IN" sz="2600" dirty="0" err="1">
                <a:latin typeface="Times New Roman" panose="02020603050405020304" pitchFamily="18" charset="0"/>
                <a:cs typeface="Times New Roman" panose="02020603050405020304" pitchFamily="18" charset="0"/>
              </a:rPr>
              <a:t>inputRef</a:t>
            </a:r>
            <a:r>
              <a:rPr lang="en-IN" sz="2600" dirty="0">
                <a:latin typeface="Times New Roman" panose="02020603050405020304" pitchFamily="18" charset="0"/>
                <a:cs typeface="Times New Roman" panose="02020603050405020304" pitchFamily="18" charset="0"/>
              </a:rPr>
              <a:t>} /&gt;</a:t>
            </a:r>
          </a:p>
          <a:p>
            <a:pPr marL="0" indent="0">
              <a:buNone/>
            </a:pPr>
            <a:r>
              <a:rPr lang="en-IN" sz="2600" dirty="0">
                <a:latin typeface="Times New Roman" panose="02020603050405020304" pitchFamily="18" charset="0"/>
                <a:cs typeface="Times New Roman" panose="02020603050405020304" pitchFamily="18" charset="0"/>
              </a:rPr>
              <a:t>      &lt;button </a:t>
            </a:r>
            <a:r>
              <a:rPr lang="en-IN" sz="2600" dirty="0" err="1">
                <a:latin typeface="Times New Roman" panose="02020603050405020304" pitchFamily="18" charset="0"/>
                <a:cs typeface="Times New Roman" panose="02020603050405020304" pitchFamily="18" charset="0"/>
              </a:rPr>
              <a:t>onClick</a:t>
            </a:r>
            <a:r>
              <a:rPr lang="en-IN" sz="2600" dirty="0">
                <a:latin typeface="Times New Roman" panose="02020603050405020304" pitchFamily="18" charset="0"/>
                <a:cs typeface="Times New Roman" panose="02020603050405020304" pitchFamily="18" charset="0"/>
              </a:rPr>
              <a:t>={() =&gt; </a:t>
            </a:r>
            <a:r>
              <a:rPr lang="en-IN" sz="2600" dirty="0" err="1">
                <a:latin typeface="Times New Roman" panose="02020603050405020304" pitchFamily="18" charset="0"/>
                <a:cs typeface="Times New Roman" panose="02020603050405020304" pitchFamily="18" charset="0"/>
              </a:rPr>
              <a:t>inputRef.current.focus</a:t>
            </a:r>
            <a:r>
              <a:rPr lang="en-IN" sz="2600" dirty="0">
                <a:latin typeface="Times New Roman" panose="02020603050405020304" pitchFamily="18" charset="0"/>
                <a:cs typeface="Times New Roman" panose="02020603050405020304" pitchFamily="18" charset="0"/>
              </a:rPr>
              <a:t>()}&gt;Focus Input&lt;/button&gt;</a:t>
            </a:r>
          </a:p>
          <a:p>
            <a:pPr marL="0" indent="0">
              <a:buNone/>
            </a:pPr>
            <a:r>
              <a:rPr lang="en-IN" sz="2600" dirty="0">
                <a:latin typeface="Times New Roman" panose="02020603050405020304" pitchFamily="18" charset="0"/>
                <a:cs typeface="Times New Roman" panose="02020603050405020304" pitchFamily="18" charset="0"/>
              </a:rPr>
              <a:t>      &lt;button </a:t>
            </a:r>
            <a:r>
              <a:rPr lang="en-IN" sz="2600" dirty="0" err="1">
                <a:latin typeface="Times New Roman" panose="02020603050405020304" pitchFamily="18" charset="0"/>
                <a:cs typeface="Times New Roman" panose="02020603050405020304" pitchFamily="18" charset="0"/>
              </a:rPr>
              <a:t>onClick</a:t>
            </a:r>
            <a:r>
              <a:rPr lang="en-IN" sz="2600" dirty="0">
                <a:latin typeface="Times New Roman" panose="02020603050405020304" pitchFamily="18" charset="0"/>
                <a:cs typeface="Times New Roman" panose="02020603050405020304" pitchFamily="18" charset="0"/>
              </a:rPr>
              <a:t>={() =&gt; </a:t>
            </a:r>
            <a:r>
              <a:rPr lang="en-IN" sz="2600" dirty="0" err="1">
                <a:latin typeface="Times New Roman" panose="02020603050405020304" pitchFamily="18" charset="0"/>
                <a:cs typeface="Times New Roman" panose="02020603050405020304" pitchFamily="18" charset="0"/>
              </a:rPr>
              <a:t>inputRef.current.clear</a:t>
            </a:r>
            <a:r>
              <a:rPr lang="en-IN" sz="2600" dirty="0">
                <a:latin typeface="Times New Roman" panose="02020603050405020304" pitchFamily="18" charset="0"/>
                <a:cs typeface="Times New Roman" panose="02020603050405020304" pitchFamily="18" charset="0"/>
              </a:rPr>
              <a:t>()}&gt;Clear Input&lt;/button&gt;</a:t>
            </a:r>
          </a:p>
          <a:p>
            <a:pPr marL="0" indent="0">
              <a:buNone/>
            </a:pPr>
            <a:r>
              <a:rPr lang="en-IN" sz="2600" dirty="0">
                <a:latin typeface="Times New Roman" panose="02020603050405020304" pitchFamily="18" charset="0"/>
                <a:cs typeface="Times New Roman" panose="02020603050405020304" pitchFamily="18" charset="0"/>
              </a:rPr>
              <a:t>      &lt;button </a:t>
            </a:r>
            <a:r>
              <a:rPr lang="en-IN" sz="2600" dirty="0" err="1">
                <a:latin typeface="Times New Roman" panose="02020603050405020304" pitchFamily="18" charset="0"/>
                <a:cs typeface="Times New Roman" panose="02020603050405020304" pitchFamily="18" charset="0"/>
              </a:rPr>
              <a:t>onClick</a:t>
            </a:r>
            <a:r>
              <a:rPr lang="en-IN" sz="2600" dirty="0">
                <a:latin typeface="Times New Roman" panose="02020603050405020304" pitchFamily="18" charset="0"/>
                <a:cs typeface="Times New Roman" panose="02020603050405020304" pitchFamily="18" charset="0"/>
              </a:rPr>
              <a:t>={() =&gt; alert(</a:t>
            </a:r>
            <a:r>
              <a:rPr lang="en-IN" sz="2600" dirty="0" err="1">
                <a:latin typeface="Times New Roman" panose="02020603050405020304" pitchFamily="18" charset="0"/>
                <a:cs typeface="Times New Roman" panose="02020603050405020304" pitchFamily="18" charset="0"/>
              </a:rPr>
              <a:t>inputRef.current.getValue</a:t>
            </a:r>
            <a:r>
              <a:rPr lang="en-IN" sz="2600" dirty="0">
                <a:latin typeface="Times New Roman" panose="02020603050405020304" pitchFamily="18" charset="0"/>
                <a:cs typeface="Times New Roman" panose="02020603050405020304" pitchFamily="18" charset="0"/>
              </a:rPr>
              <a:t>())}&gt;Get Value&lt;/button</a:t>
            </a:r>
            <a:r>
              <a:rPr lang="en-IN" sz="2600" dirty="0" smtClean="0">
                <a:latin typeface="Times New Roman" panose="02020603050405020304" pitchFamily="18" charset="0"/>
                <a:cs typeface="Times New Roman" panose="02020603050405020304" pitchFamily="18" charset="0"/>
              </a:rPr>
              <a:t>&gt; &lt;/</a:t>
            </a:r>
            <a:r>
              <a:rPr lang="en-IN" sz="2600" dirty="0">
                <a:latin typeface="Times New Roman" panose="02020603050405020304" pitchFamily="18" charset="0"/>
                <a:cs typeface="Times New Roman" panose="02020603050405020304" pitchFamily="18" charset="0"/>
              </a:rPr>
              <a:t>div&gt;</a:t>
            </a:r>
          </a:p>
          <a:p>
            <a:pPr marL="0" indent="0">
              <a:buNone/>
            </a:pPr>
            <a:r>
              <a:rPr lang="en-IN" sz="2600" dirty="0">
                <a:latin typeface="Times New Roman" panose="02020603050405020304" pitchFamily="18" charset="0"/>
                <a:cs typeface="Times New Roman" panose="02020603050405020304" pitchFamily="18" charset="0"/>
              </a:rPr>
              <a:t>  </a:t>
            </a:r>
            <a:r>
              <a:rPr lang="en-IN" sz="2600" dirty="0" smtClean="0">
                <a:latin typeface="Times New Roman" panose="02020603050405020304" pitchFamily="18" charset="0"/>
                <a:cs typeface="Times New Roman" panose="02020603050405020304" pitchFamily="18" charset="0"/>
              </a:rPr>
              <a:t>);};export </a:t>
            </a:r>
            <a:r>
              <a:rPr lang="en-IN" sz="2600" dirty="0">
                <a:latin typeface="Times New Roman" panose="02020603050405020304" pitchFamily="18" charset="0"/>
                <a:cs typeface="Times New Roman" panose="02020603050405020304" pitchFamily="18" charset="0"/>
              </a:rPr>
              <a:t>default </a:t>
            </a:r>
            <a:r>
              <a:rPr lang="en-IN" sz="2600" dirty="0" err="1">
                <a:latin typeface="Times New Roman" panose="02020603050405020304" pitchFamily="18" charset="0"/>
                <a:cs typeface="Times New Roman" panose="02020603050405020304" pitchFamily="18" charset="0"/>
              </a:rPr>
              <a:t>ParentComponent</a:t>
            </a:r>
            <a:r>
              <a:rPr lang="en-IN" sz="2600"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3408624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40217"/>
            <a:ext cx="10972800" cy="582613"/>
          </a:xfrm>
        </p:spPr>
        <p:txBody>
          <a:bodyPr/>
          <a:lstStyle/>
          <a:p>
            <a:r>
              <a:rPr lang="en-US" altLang="en-US" sz="4000" dirty="0" err="1">
                <a:latin typeface="Times New Roman" panose="02020603050405020304" pitchFamily="18" charset="0"/>
                <a:ea typeface="Calibri" panose="020F0502020204030204" pitchFamily="34" charset="0"/>
                <a:cs typeface="Times New Roman" panose="02020603050405020304" pitchFamily="18" charset="0"/>
              </a:rPr>
              <a:t>useLayoutEffect</a:t>
            </a:r>
            <a:endParaRPr lang="en-IN" sz="4000" dirty="0"/>
          </a:p>
        </p:txBody>
      </p:sp>
      <p:sp>
        <p:nvSpPr>
          <p:cNvPr id="5" name="Rectangle 2"/>
          <p:cNvSpPr>
            <a:spLocks noGrp="1" noChangeArrowheads="1"/>
          </p:cNvSpPr>
          <p:nvPr>
            <p:ph idx="1"/>
          </p:nvPr>
        </p:nvSpPr>
        <p:spPr bwMode="auto">
          <a:xfrm>
            <a:off x="609599" y="1222830"/>
            <a:ext cx="10574216" cy="4856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3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useLayoutEffect</a:t>
            </a:r>
            <a:r>
              <a:rPr kumimoji="0" lang="en-US" altLang="en-US" sz="3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hook in React is similar to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useEffect</a:t>
            </a:r>
            <a:r>
              <a:rPr kumimoji="0" lang="en-US" altLang="en-US" sz="3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but it runs synchronously after all DOM mutations and before the browser has a chance to paint. This makes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useLayoutEffect</a:t>
            </a:r>
            <a:r>
              <a:rPr kumimoji="0" lang="en-US" altLang="en-US" sz="3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useful for tasks like measuring layout, reading or writing directly to the DOM, or synchronously triggering animations. Unlike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useEffect</a:t>
            </a:r>
            <a:r>
              <a:rPr kumimoji="0" lang="en-US" altLang="en-US" sz="3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it blocks visual updates until its code has run. Example: Using </a:t>
            </a:r>
            <a:r>
              <a:rPr kumimoji="0" lang="en-US" altLang="en-US" sz="3000" b="0" i="0" u="none" strike="noStrike" cap="none" normalizeH="0" baseline="0" dirty="0" err="1"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useLayoutEffect</a:t>
            </a:r>
            <a:r>
              <a:rPr kumimoji="0" lang="en-US" altLang="en-US" sz="30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to Measure an Element</a:t>
            </a:r>
            <a:endParaRPr kumimoji="0" lang="en-US" altLang="en-US"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11574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7568" y="328245"/>
            <a:ext cx="11476893" cy="6224954"/>
          </a:xfrm>
        </p:spPr>
        <p:txBody>
          <a:bodyPr/>
          <a:lstStyle/>
          <a:p>
            <a:pPr marL="0" indent="0">
              <a:buNone/>
            </a:pPr>
            <a:r>
              <a:rPr lang="en-IN" dirty="0"/>
              <a:t>import React, { </a:t>
            </a:r>
            <a:r>
              <a:rPr lang="en-IN" dirty="0" err="1"/>
              <a:t>useState</a:t>
            </a:r>
            <a:r>
              <a:rPr lang="en-IN" dirty="0"/>
              <a:t>, </a:t>
            </a:r>
            <a:r>
              <a:rPr lang="en-IN" dirty="0" err="1"/>
              <a:t>useLayoutEffect</a:t>
            </a:r>
            <a:r>
              <a:rPr lang="en-IN" dirty="0"/>
              <a:t>, </a:t>
            </a:r>
            <a:r>
              <a:rPr lang="en-IN" dirty="0" err="1"/>
              <a:t>useRef</a:t>
            </a:r>
            <a:r>
              <a:rPr lang="en-IN" dirty="0"/>
              <a:t> } from 'react';</a:t>
            </a:r>
          </a:p>
          <a:p>
            <a:pPr marL="0" indent="0">
              <a:buNone/>
            </a:pPr>
            <a:r>
              <a:rPr lang="en-IN" dirty="0" err="1" smtClean="0"/>
              <a:t>const</a:t>
            </a:r>
            <a:r>
              <a:rPr lang="en-IN" dirty="0" smtClean="0"/>
              <a:t> </a:t>
            </a:r>
            <a:r>
              <a:rPr lang="en-IN" dirty="0" err="1"/>
              <a:t>LayoutEffectExample</a:t>
            </a:r>
            <a:r>
              <a:rPr lang="en-IN" dirty="0"/>
              <a:t> = () =&gt; {</a:t>
            </a:r>
          </a:p>
          <a:p>
            <a:pPr marL="0" indent="0">
              <a:buNone/>
            </a:pPr>
            <a:r>
              <a:rPr lang="en-IN" dirty="0"/>
              <a:t>  </a:t>
            </a:r>
            <a:r>
              <a:rPr lang="en-IN" dirty="0" err="1"/>
              <a:t>const</a:t>
            </a:r>
            <a:r>
              <a:rPr lang="en-IN" dirty="0"/>
              <a:t> [</a:t>
            </a:r>
            <a:r>
              <a:rPr lang="en-IN" dirty="0" err="1"/>
              <a:t>boxSize</a:t>
            </a:r>
            <a:r>
              <a:rPr lang="en-IN" dirty="0"/>
              <a:t>, </a:t>
            </a:r>
            <a:r>
              <a:rPr lang="en-IN" dirty="0" err="1"/>
              <a:t>setBoxSize</a:t>
            </a:r>
            <a:r>
              <a:rPr lang="en-IN" dirty="0"/>
              <a:t>] = </a:t>
            </a:r>
            <a:r>
              <a:rPr lang="en-IN" dirty="0" err="1"/>
              <a:t>useState</a:t>
            </a:r>
            <a:r>
              <a:rPr lang="en-IN" dirty="0"/>
              <a:t>({ width: 0, </a:t>
            </a:r>
            <a:r>
              <a:rPr lang="en-IN" dirty="0" smtClean="0"/>
              <a:t>height:0 </a:t>
            </a:r>
            <a:r>
              <a:rPr lang="en-IN" dirty="0"/>
              <a:t>});</a:t>
            </a:r>
          </a:p>
          <a:p>
            <a:pPr marL="0" indent="0">
              <a:buNone/>
            </a:pPr>
            <a:r>
              <a:rPr lang="en-IN" dirty="0"/>
              <a:t>  </a:t>
            </a:r>
            <a:r>
              <a:rPr lang="en-IN" dirty="0" err="1"/>
              <a:t>const</a:t>
            </a:r>
            <a:r>
              <a:rPr lang="en-IN" dirty="0"/>
              <a:t> </a:t>
            </a:r>
            <a:r>
              <a:rPr lang="en-IN" dirty="0" err="1"/>
              <a:t>boxRef</a:t>
            </a:r>
            <a:r>
              <a:rPr lang="en-IN" dirty="0"/>
              <a:t> = </a:t>
            </a:r>
            <a:r>
              <a:rPr lang="en-IN" dirty="0" err="1"/>
              <a:t>useRef</a:t>
            </a:r>
            <a:r>
              <a:rPr lang="en-IN" dirty="0"/>
              <a:t>();</a:t>
            </a:r>
          </a:p>
          <a:p>
            <a:pPr marL="0" indent="0">
              <a:buNone/>
            </a:pPr>
            <a:r>
              <a:rPr lang="en-IN" dirty="0" err="1" smtClean="0"/>
              <a:t>useLayoutEffect</a:t>
            </a:r>
            <a:r>
              <a:rPr lang="en-IN" dirty="0"/>
              <a:t>(() =&gt; {</a:t>
            </a:r>
          </a:p>
          <a:p>
            <a:pPr marL="0" indent="0">
              <a:buNone/>
            </a:pPr>
            <a:r>
              <a:rPr lang="en-IN" dirty="0"/>
              <a:t>    </a:t>
            </a:r>
            <a:r>
              <a:rPr lang="en-IN" dirty="0" err="1"/>
              <a:t>const</a:t>
            </a:r>
            <a:r>
              <a:rPr lang="en-IN" dirty="0"/>
              <a:t> box = </a:t>
            </a:r>
            <a:r>
              <a:rPr lang="en-IN" dirty="0" err="1"/>
              <a:t>boxRef.current</a:t>
            </a:r>
            <a:r>
              <a:rPr lang="en-IN" dirty="0"/>
              <a:t>;</a:t>
            </a:r>
          </a:p>
          <a:p>
            <a:pPr marL="0" indent="0">
              <a:buNone/>
            </a:pPr>
            <a:r>
              <a:rPr lang="en-IN" dirty="0"/>
              <a:t>    </a:t>
            </a:r>
            <a:r>
              <a:rPr lang="en-IN" dirty="0" err="1"/>
              <a:t>const</a:t>
            </a:r>
            <a:r>
              <a:rPr lang="en-IN" dirty="0"/>
              <a:t> { width, height } = </a:t>
            </a:r>
            <a:r>
              <a:rPr lang="en-IN" dirty="0" err="1"/>
              <a:t>box.getBoundingClientRect</a:t>
            </a:r>
            <a:r>
              <a:rPr lang="en-IN" dirty="0"/>
              <a:t>();</a:t>
            </a:r>
          </a:p>
          <a:p>
            <a:pPr marL="0" indent="0">
              <a:buNone/>
            </a:pPr>
            <a:r>
              <a:rPr lang="en-IN" dirty="0"/>
              <a:t>    </a:t>
            </a:r>
            <a:r>
              <a:rPr lang="en-IN" dirty="0" err="1"/>
              <a:t>setBoxSize</a:t>
            </a:r>
            <a:r>
              <a:rPr lang="en-IN" dirty="0"/>
              <a:t>({ width, height });</a:t>
            </a:r>
          </a:p>
          <a:p>
            <a:pPr marL="0" indent="0">
              <a:buNone/>
            </a:pPr>
            <a:r>
              <a:rPr lang="en-IN" dirty="0"/>
              <a:t>  }, []); </a:t>
            </a:r>
          </a:p>
          <a:p>
            <a:pPr marL="0" indent="0">
              <a:buNone/>
            </a:pPr>
            <a:r>
              <a:rPr lang="en-IN" dirty="0"/>
              <a:t>  </a:t>
            </a:r>
          </a:p>
        </p:txBody>
      </p:sp>
    </p:spTree>
    <p:extLst>
      <p:ext uri="{BB962C8B-B14F-4D97-AF65-F5344CB8AC3E}">
        <p14:creationId xmlns:p14="http://schemas.microsoft.com/office/powerpoint/2010/main" val="36419314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1354" y="222738"/>
            <a:ext cx="11301046" cy="6635262"/>
          </a:xfrm>
        </p:spPr>
        <p:txBody>
          <a:bodyPr/>
          <a:lstStyle/>
          <a:p>
            <a:pPr marL="0" indent="0">
              <a:buNone/>
            </a:pPr>
            <a:r>
              <a:rPr lang="en-IN" dirty="0"/>
              <a:t>return (</a:t>
            </a:r>
          </a:p>
          <a:p>
            <a:pPr marL="0" indent="0">
              <a:buNone/>
            </a:pPr>
            <a:r>
              <a:rPr lang="en-IN" dirty="0"/>
              <a:t>    &lt;div</a:t>
            </a:r>
            <a:r>
              <a:rPr lang="en-IN" dirty="0" smtClean="0"/>
              <a:t>&gt;&lt;div ref</a:t>
            </a:r>
            <a:r>
              <a:rPr lang="en-IN" dirty="0"/>
              <a:t>={</a:t>
            </a:r>
            <a:r>
              <a:rPr lang="en-IN" dirty="0" err="1"/>
              <a:t>boxRef</a:t>
            </a:r>
            <a:r>
              <a:rPr lang="en-IN" dirty="0" smtClean="0"/>
              <a:t>} </a:t>
            </a:r>
          </a:p>
          <a:p>
            <a:pPr marL="0" indent="0">
              <a:buNone/>
            </a:pPr>
            <a:r>
              <a:rPr lang="en-IN" dirty="0"/>
              <a:t> </a:t>
            </a:r>
            <a:r>
              <a:rPr lang="en-IN" dirty="0" smtClean="0"/>
              <a:t>       style={{width</a:t>
            </a:r>
            <a:r>
              <a:rPr lang="en-IN" dirty="0"/>
              <a:t>: '200px',</a:t>
            </a:r>
          </a:p>
          <a:p>
            <a:pPr marL="0" indent="0">
              <a:buNone/>
            </a:pPr>
            <a:r>
              <a:rPr lang="en-IN" dirty="0"/>
              <a:t>          height: '200px</a:t>
            </a:r>
            <a:r>
              <a:rPr lang="en-IN" dirty="0" smtClean="0"/>
              <a:t>', </a:t>
            </a:r>
          </a:p>
          <a:p>
            <a:pPr marL="0" indent="0">
              <a:buNone/>
            </a:pPr>
            <a:r>
              <a:rPr lang="en-IN" dirty="0"/>
              <a:t> </a:t>
            </a:r>
            <a:r>
              <a:rPr lang="en-IN" dirty="0" smtClean="0"/>
              <a:t>        </a:t>
            </a:r>
            <a:r>
              <a:rPr lang="en-IN" dirty="0" err="1" smtClean="0"/>
              <a:t>backgroundColor</a:t>
            </a:r>
            <a:r>
              <a:rPr lang="en-IN" dirty="0"/>
              <a:t>: '</a:t>
            </a:r>
            <a:r>
              <a:rPr lang="en-IN" dirty="0" err="1"/>
              <a:t>lightblue</a:t>
            </a:r>
            <a:r>
              <a:rPr lang="en-IN" dirty="0" smtClean="0"/>
              <a:t>', }}&gt;</a:t>
            </a:r>
            <a:endParaRPr lang="en-IN" dirty="0"/>
          </a:p>
          <a:p>
            <a:pPr marL="0" indent="0">
              <a:buNone/>
            </a:pPr>
            <a:r>
              <a:rPr lang="en-IN" dirty="0"/>
              <a:t>        </a:t>
            </a:r>
            <a:r>
              <a:rPr lang="en-IN" dirty="0" smtClean="0"/>
              <a:t>Box&lt;/div</a:t>
            </a:r>
            <a:r>
              <a:rPr lang="en-IN" dirty="0"/>
              <a:t>&gt;</a:t>
            </a:r>
            <a:r>
              <a:rPr lang="en-IN" dirty="0" smtClean="0"/>
              <a:t> </a:t>
            </a:r>
            <a:r>
              <a:rPr lang="en-IN" dirty="0"/>
              <a:t>&lt;</a:t>
            </a:r>
            <a:r>
              <a:rPr lang="en-IN" dirty="0" smtClean="0"/>
              <a:t>p&gt;The </a:t>
            </a:r>
            <a:r>
              <a:rPr lang="en-IN" dirty="0"/>
              <a:t>box size is: {</a:t>
            </a:r>
            <a:r>
              <a:rPr lang="en-IN" dirty="0" err="1"/>
              <a:t>boxSize.width</a:t>
            </a:r>
            <a:r>
              <a:rPr lang="en-IN" dirty="0"/>
              <a:t>}</a:t>
            </a:r>
            <a:r>
              <a:rPr lang="en-IN" dirty="0" err="1"/>
              <a:t>px</a:t>
            </a:r>
            <a:r>
              <a:rPr lang="en-IN" dirty="0"/>
              <a:t> wide and {</a:t>
            </a:r>
            <a:r>
              <a:rPr lang="en-IN" dirty="0" err="1"/>
              <a:t>boxSize.height</a:t>
            </a:r>
            <a:r>
              <a:rPr lang="en-IN" dirty="0"/>
              <a:t>}</a:t>
            </a:r>
            <a:r>
              <a:rPr lang="en-IN" dirty="0" err="1"/>
              <a:t>px</a:t>
            </a:r>
            <a:r>
              <a:rPr lang="en-IN" dirty="0"/>
              <a:t> tall</a:t>
            </a:r>
            <a:r>
              <a:rPr lang="en-IN" dirty="0" smtClean="0"/>
              <a:t>. </a:t>
            </a:r>
          </a:p>
          <a:p>
            <a:pPr marL="0" indent="0">
              <a:buNone/>
            </a:pPr>
            <a:r>
              <a:rPr lang="en-IN" dirty="0" smtClean="0"/>
              <a:t>&lt;/p&gt;</a:t>
            </a:r>
          </a:p>
          <a:p>
            <a:pPr marL="0" indent="0">
              <a:buNone/>
            </a:pPr>
            <a:r>
              <a:rPr lang="en-IN" dirty="0" smtClean="0"/>
              <a:t>&lt;/</a:t>
            </a:r>
            <a:r>
              <a:rPr lang="en-IN" dirty="0"/>
              <a:t>div</a:t>
            </a:r>
            <a:r>
              <a:rPr lang="en-IN" dirty="0" smtClean="0"/>
              <a:t>&gt;);</a:t>
            </a:r>
            <a:endParaRPr lang="en-IN" dirty="0"/>
          </a:p>
          <a:p>
            <a:pPr marL="0" indent="0">
              <a:buNone/>
            </a:pPr>
            <a:r>
              <a:rPr lang="en-IN" dirty="0"/>
              <a:t>};</a:t>
            </a:r>
          </a:p>
          <a:p>
            <a:pPr marL="0" indent="0">
              <a:buNone/>
            </a:pPr>
            <a:r>
              <a:rPr lang="en-IN" dirty="0" smtClean="0"/>
              <a:t>export </a:t>
            </a:r>
            <a:r>
              <a:rPr lang="en-IN" dirty="0"/>
              <a:t>default </a:t>
            </a:r>
            <a:r>
              <a:rPr lang="en-IN" dirty="0" err="1"/>
              <a:t>LayoutEffectExample</a:t>
            </a:r>
            <a:r>
              <a:rPr lang="en-IN" dirty="0"/>
              <a:t>;</a:t>
            </a:r>
          </a:p>
          <a:p>
            <a:pPr marL="0" indent="0">
              <a:buNone/>
            </a:pPr>
            <a:endParaRPr lang="en-IN" dirty="0"/>
          </a:p>
        </p:txBody>
      </p:sp>
    </p:spTree>
    <p:extLst>
      <p:ext uri="{BB962C8B-B14F-4D97-AF65-F5344CB8AC3E}">
        <p14:creationId xmlns:p14="http://schemas.microsoft.com/office/powerpoint/2010/main" val="25885853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78070"/>
            <a:ext cx="10972800" cy="582613"/>
          </a:xfrm>
        </p:spPr>
        <p:txBody>
          <a:bodyPr/>
          <a:lstStyle/>
          <a:p>
            <a:r>
              <a:rPr lang="en-US" dirty="0" err="1" smtClean="0"/>
              <a:t>useDebugValue</a:t>
            </a:r>
            <a:endParaRPr lang="en-IN" dirty="0"/>
          </a:p>
        </p:txBody>
      </p:sp>
      <p:sp>
        <p:nvSpPr>
          <p:cNvPr id="3" name="Content Placeholder 2"/>
          <p:cNvSpPr>
            <a:spLocks noGrp="1"/>
          </p:cNvSpPr>
          <p:nvPr>
            <p:ph idx="1"/>
          </p:nvPr>
        </p:nvSpPr>
        <p:spPr>
          <a:xfrm>
            <a:off x="609600" y="1174749"/>
            <a:ext cx="10972800" cy="5261219"/>
          </a:xfrm>
        </p:spPr>
        <p:txBody>
          <a:bodyPr/>
          <a:lstStyle/>
          <a:p>
            <a:pPr marL="0" indent="0" algn="just">
              <a:lnSpc>
                <a:spcPct val="150000"/>
              </a:lnSpc>
              <a:buNone/>
            </a:pPr>
            <a:r>
              <a:rPr lang="en-IN" dirty="0">
                <a:latin typeface="Times New Roman" panose="02020603050405020304" pitchFamily="18" charset="0"/>
                <a:cs typeface="Times New Roman" panose="02020603050405020304" pitchFamily="18" charset="0"/>
              </a:rPr>
              <a:t>The </a:t>
            </a:r>
            <a:r>
              <a:rPr lang="en-IN" dirty="0" err="1">
                <a:latin typeface="Times New Roman" panose="02020603050405020304" pitchFamily="18" charset="0"/>
                <a:cs typeface="Times New Roman" panose="02020603050405020304" pitchFamily="18" charset="0"/>
              </a:rPr>
              <a:t>useDebugValue</a:t>
            </a:r>
            <a:r>
              <a:rPr lang="en-IN" dirty="0">
                <a:latin typeface="Times New Roman" panose="02020603050405020304" pitchFamily="18" charset="0"/>
                <a:cs typeface="Times New Roman" panose="02020603050405020304" pitchFamily="18" charset="0"/>
              </a:rPr>
              <a:t> hook in React is primarily used for debugging custom hooks. It allows you to label and display custom information in React </a:t>
            </a:r>
            <a:r>
              <a:rPr lang="en-IN" dirty="0" err="1">
                <a:latin typeface="Times New Roman" panose="02020603050405020304" pitchFamily="18" charset="0"/>
                <a:cs typeface="Times New Roman" panose="02020603050405020304" pitchFamily="18" charset="0"/>
              </a:rPr>
              <a:t>DevTools</a:t>
            </a:r>
            <a:r>
              <a:rPr lang="en-IN" dirty="0">
                <a:latin typeface="Times New Roman" panose="02020603050405020304" pitchFamily="18" charset="0"/>
                <a:cs typeface="Times New Roman" panose="02020603050405020304" pitchFamily="18" charset="0"/>
              </a:rPr>
              <a:t>, which can help with development and tracking hook values during debugging. In normal use, </a:t>
            </a:r>
            <a:r>
              <a:rPr lang="en-IN" dirty="0" err="1">
                <a:latin typeface="Times New Roman" panose="02020603050405020304" pitchFamily="18" charset="0"/>
                <a:cs typeface="Times New Roman" panose="02020603050405020304" pitchFamily="18" charset="0"/>
              </a:rPr>
              <a:t>useDebugValue</a:t>
            </a:r>
            <a:r>
              <a:rPr lang="en-IN" dirty="0">
                <a:latin typeface="Times New Roman" panose="02020603050405020304" pitchFamily="18" charset="0"/>
                <a:cs typeface="Times New Roman" panose="02020603050405020304" pitchFamily="18" charset="0"/>
              </a:rPr>
              <a:t> doesn’t affect the component’s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but provides better insights when you are working with complex custom hooks.</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01147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a:xfrm>
            <a:off x="609600" y="644768"/>
            <a:ext cx="10972800" cy="5482981"/>
          </a:xfrm>
        </p:spPr>
        <p:txBody>
          <a:bodyPr/>
          <a:lstStyle/>
          <a:p>
            <a:pPr marL="0" indent="0">
              <a:buNone/>
            </a:pPr>
            <a:r>
              <a:rPr lang="en-IN" dirty="0"/>
              <a:t>import { </a:t>
            </a:r>
            <a:r>
              <a:rPr lang="en-IN" dirty="0" err="1"/>
              <a:t>useState</a:t>
            </a:r>
            <a:r>
              <a:rPr lang="en-IN" dirty="0"/>
              <a:t>, </a:t>
            </a:r>
            <a:r>
              <a:rPr lang="en-IN" dirty="0" err="1"/>
              <a:t>useEffect</a:t>
            </a:r>
            <a:r>
              <a:rPr lang="en-IN" dirty="0"/>
              <a:t>, </a:t>
            </a:r>
            <a:r>
              <a:rPr lang="en-IN" dirty="0" err="1"/>
              <a:t>useDebugValue</a:t>
            </a:r>
            <a:r>
              <a:rPr lang="en-IN" dirty="0"/>
              <a:t> } from 'react</a:t>
            </a:r>
            <a:r>
              <a:rPr lang="en-IN" dirty="0" smtClean="0"/>
              <a:t>';</a:t>
            </a:r>
            <a:endParaRPr lang="en-IN" dirty="0"/>
          </a:p>
          <a:p>
            <a:pPr marL="0" indent="0">
              <a:buNone/>
            </a:pPr>
            <a:r>
              <a:rPr lang="en-IN" dirty="0"/>
              <a:t>function </a:t>
            </a:r>
            <a:r>
              <a:rPr lang="en-IN" dirty="0" err="1"/>
              <a:t>useOnlineStatus</a:t>
            </a:r>
            <a:r>
              <a:rPr lang="en-IN" dirty="0"/>
              <a:t>() {</a:t>
            </a:r>
          </a:p>
          <a:p>
            <a:pPr marL="0" indent="0">
              <a:buNone/>
            </a:pPr>
            <a:r>
              <a:rPr lang="en-IN" dirty="0"/>
              <a:t>  </a:t>
            </a:r>
            <a:r>
              <a:rPr lang="en-IN" dirty="0" err="1"/>
              <a:t>const</a:t>
            </a:r>
            <a:r>
              <a:rPr lang="en-IN" dirty="0"/>
              <a:t> [</a:t>
            </a:r>
            <a:r>
              <a:rPr lang="en-IN" dirty="0" err="1"/>
              <a:t>isOnline</a:t>
            </a:r>
            <a:r>
              <a:rPr lang="en-IN" dirty="0"/>
              <a:t>, </a:t>
            </a:r>
            <a:r>
              <a:rPr lang="en-IN" dirty="0" err="1"/>
              <a:t>setIsOnline</a:t>
            </a:r>
            <a:r>
              <a:rPr lang="en-IN" dirty="0"/>
              <a:t>] = </a:t>
            </a:r>
            <a:r>
              <a:rPr lang="en-IN" dirty="0" err="1"/>
              <a:t>useState</a:t>
            </a:r>
            <a:r>
              <a:rPr lang="en-IN" dirty="0"/>
              <a:t>(</a:t>
            </a:r>
            <a:r>
              <a:rPr lang="en-IN" dirty="0" err="1"/>
              <a:t>navigator.onLine</a:t>
            </a:r>
            <a:r>
              <a:rPr lang="en-IN" dirty="0" smtClean="0"/>
              <a:t>);</a:t>
            </a:r>
            <a:endParaRPr lang="en-IN" dirty="0"/>
          </a:p>
          <a:p>
            <a:pPr marL="0" indent="0">
              <a:buNone/>
            </a:pPr>
            <a:r>
              <a:rPr lang="en-IN" dirty="0"/>
              <a:t>  </a:t>
            </a:r>
            <a:r>
              <a:rPr lang="en-IN" dirty="0" err="1"/>
              <a:t>useDebugValue</a:t>
            </a:r>
            <a:r>
              <a:rPr lang="en-IN" dirty="0"/>
              <a:t>(</a:t>
            </a:r>
            <a:r>
              <a:rPr lang="en-IN" dirty="0" err="1"/>
              <a:t>isOnline</a:t>
            </a:r>
            <a:r>
              <a:rPr lang="en-IN" dirty="0"/>
              <a:t> ? 'Online' : 'Offline');</a:t>
            </a:r>
          </a:p>
          <a:p>
            <a:pPr marL="0" indent="0">
              <a:buNone/>
            </a:pPr>
            <a:r>
              <a:rPr lang="en-IN" dirty="0" smtClean="0"/>
              <a:t>  </a:t>
            </a:r>
            <a:r>
              <a:rPr lang="en-IN" dirty="0" err="1"/>
              <a:t>useEffect</a:t>
            </a:r>
            <a:r>
              <a:rPr lang="en-IN" dirty="0"/>
              <a:t>(() =&gt; {</a:t>
            </a:r>
          </a:p>
          <a:p>
            <a:pPr marL="0" indent="0">
              <a:buNone/>
            </a:pPr>
            <a:r>
              <a:rPr lang="en-IN" dirty="0"/>
              <a:t>    </a:t>
            </a:r>
            <a:r>
              <a:rPr lang="en-IN" dirty="0" err="1"/>
              <a:t>const</a:t>
            </a:r>
            <a:r>
              <a:rPr lang="en-IN" dirty="0"/>
              <a:t> </a:t>
            </a:r>
            <a:r>
              <a:rPr lang="en-IN" dirty="0" err="1"/>
              <a:t>handleOnline</a:t>
            </a:r>
            <a:r>
              <a:rPr lang="en-IN" dirty="0"/>
              <a:t> = () =&gt; </a:t>
            </a:r>
            <a:r>
              <a:rPr lang="en-IN" dirty="0" err="1"/>
              <a:t>setIsOnline</a:t>
            </a:r>
            <a:r>
              <a:rPr lang="en-IN" dirty="0"/>
              <a:t>(true);</a:t>
            </a:r>
          </a:p>
          <a:p>
            <a:pPr marL="0" indent="0">
              <a:buNone/>
            </a:pPr>
            <a:r>
              <a:rPr lang="en-IN" dirty="0"/>
              <a:t>    </a:t>
            </a:r>
            <a:r>
              <a:rPr lang="en-IN" dirty="0" err="1"/>
              <a:t>const</a:t>
            </a:r>
            <a:r>
              <a:rPr lang="en-IN" dirty="0"/>
              <a:t> </a:t>
            </a:r>
            <a:r>
              <a:rPr lang="en-IN" dirty="0" err="1"/>
              <a:t>handleOffline</a:t>
            </a:r>
            <a:r>
              <a:rPr lang="en-IN" dirty="0"/>
              <a:t> = () =&gt; </a:t>
            </a:r>
            <a:r>
              <a:rPr lang="en-IN" dirty="0" err="1"/>
              <a:t>setIsOnline</a:t>
            </a:r>
            <a:r>
              <a:rPr lang="en-IN" dirty="0"/>
              <a:t>(false);</a:t>
            </a:r>
          </a:p>
          <a:p>
            <a:pPr marL="0" indent="0">
              <a:buNone/>
            </a:pPr>
            <a:r>
              <a:rPr lang="en-IN" dirty="0" smtClean="0"/>
              <a:t>    </a:t>
            </a:r>
            <a:r>
              <a:rPr lang="en-IN" dirty="0" err="1"/>
              <a:t>window.addEventListener</a:t>
            </a:r>
            <a:r>
              <a:rPr lang="en-IN" dirty="0"/>
              <a:t>('online', </a:t>
            </a:r>
            <a:r>
              <a:rPr lang="en-IN" dirty="0" err="1"/>
              <a:t>handleOnline</a:t>
            </a:r>
            <a:r>
              <a:rPr lang="en-IN" dirty="0"/>
              <a:t>);</a:t>
            </a:r>
          </a:p>
          <a:p>
            <a:pPr marL="0" indent="0">
              <a:buNone/>
            </a:pPr>
            <a:r>
              <a:rPr lang="en-IN" dirty="0"/>
              <a:t>    </a:t>
            </a:r>
            <a:r>
              <a:rPr lang="en-IN" dirty="0" err="1"/>
              <a:t>window.addEventListener</a:t>
            </a:r>
            <a:r>
              <a:rPr lang="en-IN" dirty="0"/>
              <a:t>('offline', </a:t>
            </a:r>
            <a:r>
              <a:rPr lang="en-IN" dirty="0" err="1"/>
              <a:t>handleOffline</a:t>
            </a: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7579729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34462"/>
            <a:ext cx="10972800" cy="6447692"/>
          </a:xfrm>
        </p:spPr>
        <p:txBody>
          <a:bodyPr/>
          <a:lstStyle/>
          <a:p>
            <a:pPr marL="0" indent="0">
              <a:buNone/>
            </a:pPr>
            <a:r>
              <a:rPr lang="en-IN" dirty="0"/>
              <a:t>return () =&gt; {</a:t>
            </a:r>
          </a:p>
          <a:p>
            <a:pPr marL="0" indent="0">
              <a:buNone/>
            </a:pPr>
            <a:r>
              <a:rPr lang="en-IN" dirty="0"/>
              <a:t>      </a:t>
            </a:r>
            <a:r>
              <a:rPr lang="en-IN" dirty="0" err="1"/>
              <a:t>window.removeEventListener</a:t>
            </a:r>
            <a:r>
              <a:rPr lang="en-IN" dirty="0"/>
              <a:t>('online', </a:t>
            </a:r>
            <a:r>
              <a:rPr lang="en-IN" dirty="0" err="1"/>
              <a:t>handleOnline</a:t>
            </a:r>
            <a:r>
              <a:rPr lang="en-IN" dirty="0"/>
              <a:t>);</a:t>
            </a:r>
          </a:p>
          <a:p>
            <a:pPr marL="0" indent="0">
              <a:buNone/>
            </a:pPr>
            <a:r>
              <a:rPr lang="en-IN" dirty="0"/>
              <a:t>      </a:t>
            </a:r>
            <a:r>
              <a:rPr lang="en-IN" dirty="0" err="1"/>
              <a:t>window.removeEventListener</a:t>
            </a:r>
            <a:r>
              <a:rPr lang="en-IN" dirty="0"/>
              <a:t>('offline', </a:t>
            </a:r>
            <a:r>
              <a:rPr lang="en-IN" dirty="0" err="1"/>
              <a:t>handleOffline</a:t>
            </a:r>
            <a:r>
              <a:rPr lang="en-IN" dirty="0"/>
              <a:t>);</a:t>
            </a:r>
          </a:p>
          <a:p>
            <a:pPr marL="0" indent="0">
              <a:buNone/>
            </a:pPr>
            <a:r>
              <a:rPr lang="en-IN" dirty="0"/>
              <a:t>    </a:t>
            </a:r>
            <a:r>
              <a:rPr lang="en-IN" dirty="0" smtClean="0"/>
              <a:t>}; </a:t>
            </a:r>
            <a:r>
              <a:rPr lang="en-IN" dirty="0"/>
              <a:t>}, </a:t>
            </a:r>
            <a:r>
              <a:rPr lang="en-IN" dirty="0" smtClean="0"/>
              <a:t>[]);</a:t>
            </a:r>
            <a:endParaRPr lang="en-IN" dirty="0"/>
          </a:p>
          <a:p>
            <a:pPr marL="0" indent="0">
              <a:buNone/>
            </a:pPr>
            <a:r>
              <a:rPr lang="en-IN" dirty="0"/>
              <a:t>  return </a:t>
            </a:r>
            <a:r>
              <a:rPr lang="en-IN" dirty="0" err="1"/>
              <a:t>isOnline</a:t>
            </a:r>
            <a:r>
              <a:rPr lang="en-IN" dirty="0"/>
              <a:t>;</a:t>
            </a:r>
          </a:p>
          <a:p>
            <a:pPr marL="0" indent="0">
              <a:buNone/>
            </a:pPr>
            <a:r>
              <a:rPr lang="en-IN" dirty="0" smtClean="0"/>
              <a:t>}</a:t>
            </a:r>
            <a:endParaRPr lang="en-IN" dirty="0"/>
          </a:p>
          <a:p>
            <a:pPr marL="0" indent="0">
              <a:buNone/>
            </a:pPr>
            <a:r>
              <a:rPr lang="en-IN" dirty="0" err="1"/>
              <a:t>const</a:t>
            </a:r>
            <a:r>
              <a:rPr lang="en-IN" dirty="0"/>
              <a:t> </a:t>
            </a:r>
            <a:r>
              <a:rPr lang="en-IN" dirty="0" err="1"/>
              <a:t>OnlineStatusComponent</a:t>
            </a:r>
            <a:r>
              <a:rPr lang="en-IN" dirty="0"/>
              <a:t> = () =&gt; {</a:t>
            </a:r>
          </a:p>
          <a:p>
            <a:pPr marL="0" indent="0">
              <a:buNone/>
            </a:pPr>
            <a:r>
              <a:rPr lang="en-IN" dirty="0"/>
              <a:t>  </a:t>
            </a:r>
            <a:r>
              <a:rPr lang="en-IN" dirty="0" err="1"/>
              <a:t>const</a:t>
            </a:r>
            <a:r>
              <a:rPr lang="en-IN" dirty="0"/>
              <a:t> </a:t>
            </a:r>
            <a:r>
              <a:rPr lang="en-IN" dirty="0" err="1"/>
              <a:t>isOnline</a:t>
            </a:r>
            <a:r>
              <a:rPr lang="en-IN" dirty="0"/>
              <a:t> = </a:t>
            </a:r>
            <a:r>
              <a:rPr lang="en-IN" dirty="0" err="1"/>
              <a:t>useOnlineStatus</a:t>
            </a:r>
            <a:r>
              <a:rPr lang="en-IN" dirty="0"/>
              <a:t>();</a:t>
            </a:r>
          </a:p>
          <a:p>
            <a:pPr marL="0" indent="0">
              <a:buNone/>
            </a:pPr>
            <a:r>
              <a:rPr lang="en-IN" dirty="0" smtClean="0"/>
              <a:t>  </a:t>
            </a:r>
            <a:r>
              <a:rPr lang="en-IN" dirty="0"/>
              <a:t>return </a:t>
            </a:r>
            <a:r>
              <a:rPr lang="en-IN" dirty="0" smtClean="0"/>
              <a:t>( </a:t>
            </a:r>
            <a:r>
              <a:rPr lang="en-IN" dirty="0"/>
              <a:t>&lt;div</a:t>
            </a:r>
            <a:r>
              <a:rPr lang="en-IN" dirty="0" smtClean="0"/>
              <a:t>&gt;&lt;h1&gt;You </a:t>
            </a:r>
            <a:r>
              <a:rPr lang="en-IN" dirty="0"/>
              <a:t>are currently: {</a:t>
            </a:r>
            <a:r>
              <a:rPr lang="en-IN" dirty="0" err="1"/>
              <a:t>isOnline</a:t>
            </a:r>
            <a:r>
              <a:rPr lang="en-IN" dirty="0"/>
              <a:t> ? 'Online' : 'Offline'}&lt;/h1</a:t>
            </a:r>
            <a:r>
              <a:rPr lang="en-IN" dirty="0" smtClean="0"/>
              <a:t>&gt;&lt;/</a:t>
            </a:r>
            <a:r>
              <a:rPr lang="en-IN" dirty="0"/>
              <a:t>div</a:t>
            </a:r>
            <a:r>
              <a:rPr lang="en-IN" dirty="0" smtClean="0"/>
              <a:t>&gt;); };</a:t>
            </a:r>
            <a:endParaRPr lang="en-IN" dirty="0"/>
          </a:p>
          <a:p>
            <a:pPr marL="0" indent="0">
              <a:buNone/>
            </a:pPr>
            <a:r>
              <a:rPr lang="en-IN" dirty="0" smtClean="0"/>
              <a:t>export </a:t>
            </a:r>
            <a:r>
              <a:rPr lang="en-IN" dirty="0"/>
              <a:t>default </a:t>
            </a:r>
            <a:r>
              <a:rPr lang="en-IN" dirty="0" err="1"/>
              <a:t>OnlineStatusComponent</a:t>
            </a:r>
            <a:r>
              <a:rPr lang="en-IN" dirty="0"/>
              <a:t>;</a:t>
            </a:r>
          </a:p>
          <a:p>
            <a:pPr marL="0" indent="0">
              <a:buNone/>
            </a:pPr>
            <a:endParaRPr lang="en-IN" dirty="0"/>
          </a:p>
        </p:txBody>
      </p:sp>
    </p:spTree>
    <p:extLst>
      <p:ext uri="{BB962C8B-B14F-4D97-AF65-F5344CB8AC3E}">
        <p14:creationId xmlns:p14="http://schemas.microsoft.com/office/powerpoint/2010/main" val="33706954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Custom Hooks</a:t>
            </a:r>
            <a:endParaRPr lang="en-IN" dirty="0"/>
          </a:p>
        </p:txBody>
      </p:sp>
      <p:sp>
        <p:nvSpPr>
          <p:cNvPr id="3" name="Content Placeholder 2"/>
          <p:cNvSpPr>
            <a:spLocks noGrp="1"/>
          </p:cNvSpPr>
          <p:nvPr>
            <p:ph idx="1"/>
          </p:nvPr>
        </p:nvSpPr>
        <p:spPr/>
        <p:txBody>
          <a:bodyPr/>
          <a:lstStyle/>
          <a:p>
            <a:pPr marL="0" indent="0" algn="just">
              <a:buNone/>
            </a:pPr>
            <a:r>
              <a:rPr lang="en-IN" dirty="0">
                <a:latin typeface="Times New Roman" panose="02020603050405020304" pitchFamily="18" charset="0"/>
                <a:ea typeface="Tahoma" panose="020B0604030504040204" pitchFamily="34" charset="0"/>
                <a:cs typeface="Times New Roman" panose="02020603050405020304" pitchFamily="18" charset="0"/>
              </a:rPr>
              <a:t>Hooks are reusable functions. When you have component logic that needs to be used by multiple components, we can extract that logic to a custom Hook. Custom Hooks start with "use". Example: </a:t>
            </a:r>
            <a:r>
              <a:rPr lang="en-IN" dirty="0" err="1">
                <a:latin typeface="Times New Roman" panose="02020603050405020304" pitchFamily="18" charset="0"/>
                <a:ea typeface="Tahoma" panose="020B0604030504040204" pitchFamily="34" charset="0"/>
                <a:cs typeface="Times New Roman" panose="02020603050405020304" pitchFamily="18" charset="0"/>
              </a:rPr>
              <a:t>useFetch</a:t>
            </a:r>
            <a:r>
              <a:rPr lang="en-IN" dirty="0" smtClean="0">
                <a:latin typeface="Times New Roman" panose="02020603050405020304" pitchFamily="18" charset="0"/>
                <a:ea typeface="Tahoma" panose="020B0604030504040204" pitchFamily="34" charset="0"/>
                <a:cs typeface="Times New Roman" panose="02020603050405020304" pitchFamily="18" charset="0"/>
              </a:rPr>
              <a:t>.</a:t>
            </a:r>
            <a:endParaRPr lang="en-IN" dirty="0">
              <a:latin typeface="Times New Roman" panose="02020603050405020304" pitchFamily="18" charset="0"/>
              <a:ea typeface="Tahoma" panose="020B0604030504040204" pitchFamily="34" charset="0"/>
              <a:cs typeface="Times New Roman" panose="02020603050405020304" pitchFamily="18" charset="0"/>
            </a:endParaRPr>
          </a:p>
          <a:p>
            <a:pPr marL="0" indent="0" algn="just">
              <a:buNone/>
            </a:pPr>
            <a:r>
              <a:rPr lang="en-IN" dirty="0">
                <a:latin typeface="Times New Roman" panose="02020603050405020304" pitchFamily="18" charset="0"/>
                <a:ea typeface="Tahoma" panose="020B0604030504040204" pitchFamily="34" charset="0"/>
                <a:cs typeface="Times New Roman" panose="02020603050405020304" pitchFamily="18" charset="0"/>
              </a:rPr>
              <a:t>We will use the </a:t>
            </a:r>
            <a:r>
              <a:rPr lang="en-IN" dirty="0" err="1">
                <a:latin typeface="Times New Roman" panose="02020603050405020304" pitchFamily="18" charset="0"/>
                <a:ea typeface="Tahoma" panose="020B0604030504040204" pitchFamily="34" charset="0"/>
                <a:cs typeface="Times New Roman" panose="02020603050405020304" pitchFamily="18" charset="0"/>
              </a:rPr>
              <a:t>JSONPlaceholder</a:t>
            </a:r>
            <a:r>
              <a:rPr lang="en-IN" dirty="0">
                <a:latin typeface="Times New Roman" panose="02020603050405020304" pitchFamily="18" charset="0"/>
                <a:ea typeface="Tahoma" panose="020B0604030504040204" pitchFamily="34" charset="0"/>
                <a:cs typeface="Times New Roman" panose="02020603050405020304" pitchFamily="18" charset="0"/>
              </a:rPr>
              <a:t> service to fetch fake data. This service is great for testing applications when there is no existing data. To learn more, check out the JavaScript Fetch API section. Use the </a:t>
            </a:r>
            <a:r>
              <a:rPr lang="en-IN" dirty="0" err="1">
                <a:latin typeface="Times New Roman" panose="02020603050405020304" pitchFamily="18" charset="0"/>
                <a:ea typeface="Tahoma" panose="020B0604030504040204" pitchFamily="34" charset="0"/>
                <a:cs typeface="Times New Roman" panose="02020603050405020304" pitchFamily="18" charset="0"/>
              </a:rPr>
              <a:t>JSONPlaceholder</a:t>
            </a:r>
            <a:r>
              <a:rPr lang="en-IN" dirty="0">
                <a:latin typeface="Times New Roman" panose="02020603050405020304" pitchFamily="18" charset="0"/>
                <a:ea typeface="Tahoma" panose="020B0604030504040204" pitchFamily="34" charset="0"/>
                <a:cs typeface="Times New Roman" panose="02020603050405020304" pitchFamily="18" charset="0"/>
              </a:rPr>
              <a:t> service to fetch fake "</a:t>
            </a:r>
            <a:r>
              <a:rPr lang="en-IN" dirty="0" err="1">
                <a:latin typeface="Times New Roman" panose="02020603050405020304" pitchFamily="18" charset="0"/>
                <a:ea typeface="Tahoma" panose="020B0604030504040204" pitchFamily="34" charset="0"/>
                <a:cs typeface="Times New Roman" panose="02020603050405020304" pitchFamily="18" charset="0"/>
              </a:rPr>
              <a:t>todo</a:t>
            </a:r>
            <a:r>
              <a:rPr lang="en-IN" dirty="0">
                <a:latin typeface="Times New Roman" panose="02020603050405020304" pitchFamily="18" charset="0"/>
                <a:ea typeface="Tahoma" panose="020B0604030504040204" pitchFamily="34" charset="0"/>
                <a:cs typeface="Times New Roman" panose="02020603050405020304" pitchFamily="18" charset="0"/>
              </a:rPr>
              <a:t>" items and display the titles on the page:</a:t>
            </a:r>
          </a:p>
          <a:p>
            <a:pPr marL="0" indent="0">
              <a:buNone/>
            </a:pPr>
            <a:endParaRPr lang="en-IN" dirty="0"/>
          </a:p>
        </p:txBody>
      </p:sp>
    </p:spTree>
    <p:extLst>
      <p:ext uri="{BB962C8B-B14F-4D97-AF65-F5344CB8AC3E}">
        <p14:creationId xmlns:p14="http://schemas.microsoft.com/office/powerpoint/2010/main" val="2805555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81354"/>
            <a:ext cx="10972800" cy="5846396"/>
          </a:xfrm>
        </p:spPr>
        <p:txBody>
          <a:bodyPr/>
          <a:lstStyle/>
          <a:p>
            <a:pPr marL="0" indent="0">
              <a:buNone/>
            </a:pPr>
            <a:r>
              <a:rPr lang="en-IN" dirty="0"/>
              <a:t>import { </a:t>
            </a:r>
            <a:r>
              <a:rPr lang="en-IN" dirty="0" err="1"/>
              <a:t>useState</a:t>
            </a:r>
            <a:r>
              <a:rPr lang="en-IN" dirty="0"/>
              <a:t>, </a:t>
            </a:r>
            <a:r>
              <a:rPr lang="en-IN" dirty="0" err="1"/>
              <a:t>useEffect</a:t>
            </a:r>
            <a:r>
              <a:rPr lang="en-IN" dirty="0"/>
              <a:t> } from "react";</a:t>
            </a:r>
          </a:p>
          <a:p>
            <a:pPr marL="0" indent="0">
              <a:buNone/>
            </a:pPr>
            <a:r>
              <a:rPr lang="en-IN" dirty="0"/>
              <a:t>import </a:t>
            </a:r>
            <a:r>
              <a:rPr lang="en-IN" dirty="0" err="1"/>
              <a:t>ReactDOM</a:t>
            </a:r>
            <a:r>
              <a:rPr lang="en-IN" dirty="0"/>
              <a:t> from "react-</a:t>
            </a:r>
            <a:r>
              <a:rPr lang="en-IN" dirty="0" err="1"/>
              <a:t>dom</a:t>
            </a:r>
            <a:r>
              <a:rPr lang="en-IN" dirty="0"/>
              <a:t>/client";</a:t>
            </a:r>
          </a:p>
          <a:p>
            <a:pPr marL="0" indent="0">
              <a:buNone/>
            </a:pPr>
            <a:r>
              <a:rPr lang="en-IN" dirty="0" err="1" smtClean="0"/>
              <a:t>const</a:t>
            </a:r>
            <a:r>
              <a:rPr lang="en-IN" dirty="0" smtClean="0"/>
              <a:t> </a:t>
            </a:r>
            <a:r>
              <a:rPr lang="en-IN" dirty="0"/>
              <a:t>Hook11 = () =&gt; {</a:t>
            </a:r>
          </a:p>
          <a:p>
            <a:pPr marL="0" indent="0">
              <a:buNone/>
            </a:pPr>
            <a:r>
              <a:rPr lang="en-IN" dirty="0"/>
              <a:t>  </a:t>
            </a:r>
            <a:r>
              <a:rPr lang="en-IN" dirty="0" err="1"/>
              <a:t>const</a:t>
            </a:r>
            <a:r>
              <a:rPr lang="en-IN" dirty="0"/>
              <a:t> [data, </a:t>
            </a:r>
            <a:r>
              <a:rPr lang="en-IN" dirty="0" err="1"/>
              <a:t>setData</a:t>
            </a:r>
            <a:r>
              <a:rPr lang="en-IN" dirty="0"/>
              <a:t>] = </a:t>
            </a:r>
            <a:r>
              <a:rPr lang="en-IN" dirty="0" err="1"/>
              <a:t>useState</a:t>
            </a:r>
            <a:r>
              <a:rPr lang="en-IN" dirty="0"/>
              <a:t>(null);</a:t>
            </a:r>
          </a:p>
          <a:p>
            <a:pPr marL="0" indent="0">
              <a:buNone/>
            </a:pPr>
            <a:r>
              <a:rPr lang="en-IN" dirty="0"/>
              <a:t>  </a:t>
            </a:r>
            <a:r>
              <a:rPr lang="en-IN" dirty="0" err="1"/>
              <a:t>useEffect</a:t>
            </a:r>
            <a:r>
              <a:rPr lang="en-IN" dirty="0"/>
              <a:t>(() =&gt; {</a:t>
            </a:r>
          </a:p>
          <a:p>
            <a:pPr marL="0" indent="0">
              <a:buNone/>
            </a:pPr>
            <a:r>
              <a:rPr lang="en-IN" dirty="0"/>
              <a:t>    fetch("https://jsonplaceholder.typicode.com/</a:t>
            </a:r>
            <a:r>
              <a:rPr lang="en-IN" dirty="0" err="1"/>
              <a:t>todos</a:t>
            </a:r>
            <a:r>
              <a:rPr lang="en-IN" dirty="0"/>
              <a:t>")</a:t>
            </a:r>
          </a:p>
          <a:p>
            <a:pPr marL="0" indent="0">
              <a:buNone/>
            </a:pPr>
            <a:r>
              <a:rPr lang="en-IN" dirty="0"/>
              <a:t>      .then((res) =&gt; </a:t>
            </a:r>
            <a:r>
              <a:rPr lang="en-IN" dirty="0" err="1"/>
              <a:t>res.json</a:t>
            </a:r>
            <a:r>
              <a:rPr lang="en-IN" dirty="0"/>
              <a:t>())</a:t>
            </a:r>
          </a:p>
          <a:p>
            <a:pPr marL="0" indent="0">
              <a:buNone/>
            </a:pPr>
            <a:r>
              <a:rPr lang="en-IN" dirty="0"/>
              <a:t>      .then((data) =&gt; </a:t>
            </a:r>
            <a:r>
              <a:rPr lang="en-IN" dirty="0" err="1"/>
              <a:t>setData</a:t>
            </a:r>
            <a:r>
              <a:rPr lang="en-IN" dirty="0"/>
              <a:t>(data));</a:t>
            </a:r>
          </a:p>
          <a:p>
            <a:pPr marL="0" indent="0">
              <a:buNone/>
            </a:pPr>
            <a:r>
              <a:rPr lang="en-IN" dirty="0"/>
              <a:t> }, []);</a:t>
            </a:r>
          </a:p>
          <a:p>
            <a:pPr marL="0" indent="0">
              <a:buNone/>
            </a:pPr>
            <a:r>
              <a:rPr lang="en-IN" dirty="0"/>
              <a:t/>
            </a:r>
            <a:br>
              <a:rPr lang="en-IN" dirty="0"/>
            </a:br>
            <a:r>
              <a:rPr lang="en-IN" dirty="0"/>
              <a:t> </a:t>
            </a:r>
          </a:p>
        </p:txBody>
      </p:sp>
    </p:spTree>
    <p:extLst>
      <p:ext uri="{BB962C8B-B14F-4D97-AF65-F5344CB8AC3E}">
        <p14:creationId xmlns:p14="http://schemas.microsoft.com/office/powerpoint/2010/main" val="3722529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86862"/>
            <a:ext cx="10972800" cy="5740888"/>
          </a:xfrm>
        </p:spPr>
        <p:txBody>
          <a:bodyPr/>
          <a:lstStyle/>
          <a:p>
            <a:pPr marL="0" indent="0">
              <a:buNone/>
            </a:pPr>
            <a:r>
              <a:rPr lang="en-IN" dirty="0"/>
              <a:t>return (</a:t>
            </a:r>
          </a:p>
          <a:p>
            <a:pPr marL="0" indent="0">
              <a:buNone/>
            </a:pPr>
            <a:r>
              <a:rPr lang="en-IN" dirty="0"/>
              <a:t>    &lt;&gt;</a:t>
            </a:r>
          </a:p>
          <a:p>
            <a:pPr marL="0" indent="0">
              <a:buNone/>
            </a:pPr>
            <a:r>
              <a:rPr lang="en-IN" dirty="0"/>
              <a:t>      {data &amp;&amp;</a:t>
            </a:r>
          </a:p>
          <a:p>
            <a:pPr marL="0" indent="0">
              <a:buNone/>
            </a:pPr>
            <a:r>
              <a:rPr lang="en-IN" dirty="0"/>
              <a:t>        </a:t>
            </a:r>
            <a:r>
              <a:rPr lang="en-IN" dirty="0" err="1"/>
              <a:t>data.map</a:t>
            </a:r>
            <a:r>
              <a:rPr lang="en-IN" dirty="0"/>
              <a:t>((item) =&gt; {</a:t>
            </a:r>
          </a:p>
          <a:p>
            <a:pPr marL="0" indent="0">
              <a:buNone/>
            </a:pPr>
            <a:r>
              <a:rPr lang="en-IN" dirty="0"/>
              <a:t>          return &lt;p key={item.id}&gt;{</a:t>
            </a:r>
            <a:r>
              <a:rPr lang="en-IN" dirty="0" err="1"/>
              <a:t>item.title</a:t>
            </a:r>
            <a:r>
              <a:rPr lang="en-IN" dirty="0"/>
              <a:t>}&lt;/p&gt;;</a:t>
            </a:r>
          </a:p>
          <a:p>
            <a:pPr marL="0" indent="0">
              <a:buNone/>
            </a:pPr>
            <a:r>
              <a:rPr lang="en-IN" dirty="0"/>
              <a:t>        })}</a:t>
            </a:r>
          </a:p>
          <a:p>
            <a:pPr marL="0" indent="0">
              <a:buNone/>
            </a:pPr>
            <a:r>
              <a:rPr lang="en-IN" dirty="0"/>
              <a:t>    &lt;/&gt;</a:t>
            </a:r>
          </a:p>
          <a:p>
            <a:pPr marL="0" indent="0">
              <a:buNone/>
            </a:pPr>
            <a:r>
              <a:rPr lang="en-IN" dirty="0"/>
              <a:t>  );</a:t>
            </a:r>
          </a:p>
          <a:p>
            <a:pPr marL="0" indent="0">
              <a:buNone/>
            </a:pPr>
            <a:r>
              <a:rPr lang="en-IN" dirty="0"/>
              <a:t>};</a:t>
            </a:r>
          </a:p>
          <a:p>
            <a:pPr marL="0" indent="0">
              <a:buNone/>
            </a:pPr>
            <a:r>
              <a:rPr lang="en-IN" dirty="0"/>
              <a:t>export default Hook11;</a:t>
            </a:r>
          </a:p>
          <a:p>
            <a:pPr marL="0" indent="0">
              <a:buNone/>
            </a:pPr>
            <a:endParaRPr lang="en-IN" dirty="0"/>
          </a:p>
        </p:txBody>
      </p:sp>
    </p:spTree>
    <p:extLst>
      <p:ext uri="{BB962C8B-B14F-4D97-AF65-F5344CB8AC3E}">
        <p14:creationId xmlns:p14="http://schemas.microsoft.com/office/powerpoint/2010/main" val="2538267077"/>
      </p:ext>
    </p:extLst>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TotalTime>
  <Words>2188</Words>
  <Application>Microsoft Office PowerPoint</Application>
  <PresentationFormat>Widescreen</PresentationFormat>
  <Paragraphs>382</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SimSun</vt:lpstr>
      <vt:lpstr>Arial</vt:lpstr>
      <vt:lpstr>Arial Bold</vt:lpstr>
      <vt:lpstr>Calibri</vt:lpstr>
      <vt:lpstr>Tahoma</vt:lpstr>
      <vt:lpstr>Times New Roman</vt:lpstr>
      <vt:lpstr>Wingdings</vt:lpstr>
      <vt:lpstr>Gear Drives</vt:lpstr>
      <vt:lpstr>HOOKS</vt:lpstr>
      <vt:lpstr>Introduction</vt:lpstr>
      <vt:lpstr>Basic Hooks</vt:lpstr>
      <vt:lpstr>PowerPoint Presentation</vt:lpstr>
      <vt:lpstr>useState</vt:lpstr>
      <vt:lpstr>PowerPoint Presentation</vt:lpstr>
      <vt:lpstr>Example 2  Registration form</vt:lpstr>
      <vt:lpstr>PowerPoint Presentation</vt:lpstr>
      <vt:lpstr>PowerPoint Presentation</vt:lpstr>
      <vt:lpstr>syntax</vt:lpstr>
      <vt:lpstr>without useEffect</vt:lpstr>
      <vt:lpstr>with useEffect</vt:lpstr>
      <vt:lpstr>Example 2</vt:lpstr>
      <vt:lpstr>PowerPoint Presentation</vt:lpstr>
      <vt:lpstr>use Context </vt:lpstr>
      <vt:lpstr>Example:-</vt:lpstr>
      <vt:lpstr>PowerPoint Presentation</vt:lpstr>
      <vt:lpstr>Use Reducer</vt:lpstr>
      <vt:lpstr>Example:-</vt:lpstr>
      <vt:lpstr>PowerPoint Presentation</vt:lpstr>
      <vt:lpstr>useMemo</vt:lpstr>
      <vt:lpstr>PowerPoint Presentation</vt:lpstr>
      <vt:lpstr>useCallback</vt:lpstr>
      <vt:lpstr>Example 1</vt:lpstr>
      <vt:lpstr>useRef</vt:lpstr>
      <vt:lpstr>Example:-</vt:lpstr>
      <vt:lpstr>useImperativeHandle </vt:lpstr>
      <vt:lpstr>Example:-</vt:lpstr>
      <vt:lpstr>PowerPoint Presentation</vt:lpstr>
      <vt:lpstr>useLayoutEffect</vt:lpstr>
      <vt:lpstr>PowerPoint Presentation</vt:lpstr>
      <vt:lpstr>PowerPoint Presentation</vt:lpstr>
      <vt:lpstr>useDebugValue</vt:lpstr>
      <vt:lpstr>Example</vt:lpstr>
      <vt:lpstr>PowerPoint Presentation</vt:lpstr>
      <vt:lpstr>Custom Hooks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HOOKS</dc:title>
  <dc:creator>ashishkumar</dc:creator>
  <cp:lastModifiedBy>User</cp:lastModifiedBy>
  <cp:revision>32</cp:revision>
  <dcterms:created xsi:type="dcterms:W3CDTF">2024-09-16T04:12:16Z</dcterms:created>
  <dcterms:modified xsi:type="dcterms:W3CDTF">2025-11-19T12:30:55Z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1033-5.7.3.8096</vt:lpwstr>
  </property>
</Properties>
</file>